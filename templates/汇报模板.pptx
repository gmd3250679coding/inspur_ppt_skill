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857" r:id="rId1"/>
  </p:sldMasterIdLst>
  <p:notesMasterIdLst>
    <p:notesMasterId r:id="rId19"/>
  </p:notesMasterIdLst>
  <p:handoutMasterIdLst>
    <p:handoutMasterId r:id="rId20"/>
  </p:handoutMasterIdLst>
  <p:sldIdLst>
    <p:sldId id="412" r:id="rId2"/>
    <p:sldId id="407" r:id="rId3"/>
    <p:sldId id="446" r:id="rId4"/>
    <p:sldId id="417" r:id="rId5"/>
    <p:sldId id="429" r:id="rId6"/>
    <p:sldId id="441" r:id="rId7"/>
    <p:sldId id="442" r:id="rId8"/>
    <p:sldId id="413" r:id="rId9"/>
    <p:sldId id="410" r:id="rId10"/>
    <p:sldId id="432" r:id="rId11"/>
    <p:sldId id="439" r:id="rId12"/>
    <p:sldId id="430" r:id="rId13"/>
    <p:sldId id="431" r:id="rId14"/>
    <p:sldId id="435" r:id="rId15"/>
    <p:sldId id="445" r:id="rId16"/>
    <p:sldId id="411" r:id="rId17"/>
    <p:sldId id="44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00A3A2"/>
    <a:srgbClr val="0E48CE"/>
    <a:srgbClr val="FF7F00"/>
    <a:srgbClr val="702991"/>
    <a:srgbClr val="EB0029"/>
    <a:srgbClr val="DCDCDC"/>
    <a:srgbClr val="E6E6E6"/>
    <a:srgbClr val="0C4FCA"/>
    <a:srgbClr val="019A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79"/>
    <p:restoredTop sz="94690"/>
  </p:normalViewPr>
  <p:slideViewPr>
    <p:cSldViewPr snapToGrid="0" snapToObjects="1">
      <p:cViewPr varScale="1">
        <p:scale>
          <a:sx n="115" d="100"/>
          <a:sy n="115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251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E48C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DA-413E-8736-039D7B634D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DA-413E-8736-039D7B634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20907072"/>
        <c:axId val="1418426816"/>
      </c:barChart>
      <c:catAx>
        <c:axId val="142090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418426816"/>
        <c:crosses val="autoZero"/>
        <c:auto val="1"/>
        <c:lblAlgn val="ctr"/>
        <c:lblOffset val="100"/>
        <c:noMultiLvlLbl val="0"/>
      </c:catAx>
      <c:valAx>
        <c:axId val="14184268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2090707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A3A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9-4F20-A1D8-1E1FCF995F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9-4F20-A1D8-1E1FCF995F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20907072"/>
        <c:axId val="1418426816"/>
      </c:barChart>
      <c:catAx>
        <c:axId val="142090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418426816"/>
        <c:crosses val="autoZero"/>
        <c:auto val="1"/>
        <c:lblAlgn val="ctr"/>
        <c:lblOffset val="100"/>
        <c:noMultiLvlLbl val="0"/>
      </c:catAx>
      <c:valAx>
        <c:axId val="14184268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2090707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7F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F-4066-AD94-D0028FE15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FF-4066-AD94-D0028FE15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20907072"/>
        <c:axId val="1418426816"/>
      </c:barChart>
      <c:catAx>
        <c:axId val="142090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418426816"/>
        <c:crosses val="autoZero"/>
        <c:auto val="1"/>
        <c:lblAlgn val="ctr"/>
        <c:lblOffset val="100"/>
        <c:noMultiLvlLbl val="0"/>
      </c:catAx>
      <c:valAx>
        <c:axId val="14184268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2090707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5C8440D-F300-1945-AF11-806D4D150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7141F4-BAC7-D247-805A-2E5B4428FC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0A564-4BD6-C241-B0EF-F2EA8637067C}" type="datetimeFigureOut">
              <a:rPr kumimoji="1" lang="zh-CN" altLang="en-US" smtClean="0"/>
              <a:t>2025/1/20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5E4EBB-D205-CE4B-BD94-160448348E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EF95A2-25F9-2846-AA76-74F4E9E78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F412B-C48B-AB46-A162-40EEC57674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7744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79C2B-F998-5540-8710-D9FEEDF7CBE3}" type="datetimeFigureOut">
              <a:rPr kumimoji="1" lang="zh-CN" altLang="en-US" smtClean="0"/>
              <a:t>2025/1/20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017C-9B7C-4C4F-8220-191876B701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76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D3D4D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6AFBAED9-22BD-4241-86A2-6C946E055D4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087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rgbClr val="D3D4D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6AFBAED9-22BD-4241-86A2-6C946E055D4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851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8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1EBAC19-86A1-6742-9875-13FBBFD00683}"/>
              </a:ext>
            </a:extLst>
          </p:cNvPr>
          <p:cNvSpPr txBox="1"/>
          <p:nvPr/>
        </p:nvSpPr>
        <p:spPr>
          <a:xfrm>
            <a:off x="766544" y="1831767"/>
            <a:ext cx="6755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2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kumimoji="1" lang="zh-CN" altLang="en-US" sz="42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转正汇报</a:t>
            </a:r>
            <a:endParaRPr kumimoji="1" lang="zh-CN" altLang="en-US" sz="42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173D5C-3273-CD46-B70F-F931819B4224}"/>
              </a:ext>
            </a:extLst>
          </p:cNvPr>
          <p:cNvSpPr txBox="1"/>
          <p:nvPr/>
        </p:nvSpPr>
        <p:spPr>
          <a:xfrm>
            <a:off x="766545" y="3077681"/>
            <a:ext cx="3942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副标题：微软雅黑 </a:t>
            </a:r>
            <a:r>
              <a:rPr kumimoji="1" lang="en-US" altLang="zh-CN" sz="28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28</a:t>
            </a:r>
            <a:r>
              <a:rPr kumimoji="1" lang="zh-CN" altLang="en-US" sz="28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号</a:t>
            </a:r>
            <a:endParaRPr kumimoji="1"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645E14-E5FA-9142-83FF-5A7DCC61360D}"/>
              </a:ext>
            </a:extLst>
          </p:cNvPr>
          <p:cNvSpPr txBox="1"/>
          <p:nvPr/>
        </p:nvSpPr>
        <p:spPr>
          <a:xfrm>
            <a:off x="806995" y="6286406"/>
            <a:ext cx="2606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未来，因潮澎湃    </a:t>
            </a:r>
            <a:r>
              <a:rPr kumimoji="1" lang="en-US" altLang="zh-CN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Inspur in Future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ECC0DB7F-8C23-3145-8B67-F2D05DECC266}"/>
              </a:ext>
            </a:extLst>
          </p:cNvPr>
          <p:cNvSpPr>
            <a:spLocks/>
          </p:cNvSpPr>
          <p:nvPr/>
        </p:nvSpPr>
        <p:spPr bwMode="auto">
          <a:xfrm>
            <a:off x="6674663" y="896471"/>
            <a:ext cx="4881600" cy="5325036"/>
          </a:xfrm>
          <a:custGeom>
            <a:avLst/>
            <a:gdLst>
              <a:gd name="T0" fmla="*/ 320 w 1531"/>
              <a:gd name="T1" fmla="*/ 18 h 1670"/>
              <a:gd name="T2" fmla="*/ 1504 w 1531"/>
              <a:gd name="T3" fmla="*/ 822 h 1670"/>
              <a:gd name="T4" fmla="*/ 1500 w 1531"/>
              <a:gd name="T5" fmla="*/ 895 h 1670"/>
              <a:gd name="T6" fmla="*/ 69 w 1531"/>
              <a:gd name="T7" fmla="*/ 1653 h 1670"/>
              <a:gd name="T8" fmla="*/ 6 w 1531"/>
              <a:gd name="T9" fmla="*/ 1608 h 1670"/>
              <a:gd name="T10" fmla="*/ 254 w 1531"/>
              <a:gd name="T11" fmla="*/ 47 h 1670"/>
              <a:gd name="T12" fmla="*/ 320 w 1531"/>
              <a:gd name="T13" fmla="*/ 18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1" h="1670">
                <a:moveTo>
                  <a:pt x="320" y="18"/>
                </a:moveTo>
                <a:cubicBezTo>
                  <a:pt x="1504" y="822"/>
                  <a:pt x="1504" y="822"/>
                  <a:pt x="1504" y="822"/>
                </a:cubicBezTo>
                <a:cubicBezTo>
                  <a:pt x="1531" y="840"/>
                  <a:pt x="1529" y="880"/>
                  <a:pt x="1500" y="895"/>
                </a:cubicBezTo>
                <a:cubicBezTo>
                  <a:pt x="69" y="1653"/>
                  <a:pt x="69" y="1653"/>
                  <a:pt x="69" y="1653"/>
                </a:cubicBezTo>
                <a:cubicBezTo>
                  <a:pt x="37" y="1670"/>
                  <a:pt x="0" y="1643"/>
                  <a:pt x="6" y="1608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16"/>
                  <a:pt x="294" y="0"/>
                  <a:pt x="320" y="18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545" t="-360" r="-27739" b="-7212"/>
            </a:stretch>
          </a:blip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0ABE0203-5A15-8E4A-A031-935352D15E9D}"/>
              </a:ext>
            </a:extLst>
          </p:cNvPr>
          <p:cNvSpPr>
            <a:spLocks/>
          </p:cNvSpPr>
          <p:nvPr/>
        </p:nvSpPr>
        <p:spPr bwMode="auto">
          <a:xfrm>
            <a:off x="10707842" y="3734784"/>
            <a:ext cx="623702" cy="681626"/>
          </a:xfrm>
          <a:custGeom>
            <a:avLst/>
            <a:gdLst>
              <a:gd name="T0" fmla="*/ 56 w 196"/>
              <a:gd name="T1" fmla="*/ 7 h 214"/>
              <a:gd name="T2" fmla="*/ 185 w 196"/>
              <a:gd name="T3" fmla="*/ 95 h 214"/>
              <a:gd name="T4" fmla="*/ 184 w 196"/>
              <a:gd name="T5" fmla="*/ 124 h 214"/>
              <a:gd name="T6" fmla="*/ 28 w 196"/>
              <a:gd name="T7" fmla="*/ 207 h 214"/>
              <a:gd name="T8" fmla="*/ 2 w 196"/>
              <a:gd name="T9" fmla="*/ 189 h 214"/>
              <a:gd name="T10" fmla="*/ 29 w 196"/>
              <a:gd name="T11" fmla="*/ 19 h 214"/>
              <a:gd name="T12" fmla="*/ 56 w 196"/>
              <a:gd name="T13" fmla="*/ 7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6" h="214">
                <a:moveTo>
                  <a:pt x="56" y="7"/>
                </a:moveTo>
                <a:cubicBezTo>
                  <a:pt x="185" y="95"/>
                  <a:pt x="185" y="95"/>
                  <a:pt x="185" y="95"/>
                </a:cubicBezTo>
                <a:cubicBezTo>
                  <a:pt x="196" y="102"/>
                  <a:pt x="195" y="118"/>
                  <a:pt x="184" y="124"/>
                </a:cubicBezTo>
                <a:cubicBezTo>
                  <a:pt x="28" y="207"/>
                  <a:pt x="28" y="207"/>
                  <a:pt x="28" y="207"/>
                </a:cubicBezTo>
                <a:cubicBezTo>
                  <a:pt x="15" y="214"/>
                  <a:pt x="0" y="203"/>
                  <a:pt x="2" y="18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6"/>
                  <a:pt x="46" y="0"/>
                  <a:pt x="56" y="7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AC051466-D889-484F-AB63-0BBBD94BF924}"/>
              </a:ext>
            </a:extLst>
          </p:cNvPr>
          <p:cNvSpPr>
            <a:spLocks/>
          </p:cNvSpPr>
          <p:nvPr/>
        </p:nvSpPr>
        <p:spPr bwMode="auto">
          <a:xfrm>
            <a:off x="5877187" y="2816071"/>
            <a:ext cx="2470558" cy="2694174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81439423-C6F8-3043-A3C3-A71CC82E5EA2}"/>
              </a:ext>
            </a:extLst>
          </p:cNvPr>
          <p:cNvSpPr>
            <a:spLocks noEditPoints="1"/>
          </p:cNvSpPr>
          <p:nvPr/>
        </p:nvSpPr>
        <p:spPr bwMode="auto">
          <a:xfrm>
            <a:off x="768009" y="544469"/>
            <a:ext cx="2565711" cy="458832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62A35D65-C782-E248-88F0-0F6D5DAB4DEF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-6351"/>
            <a:ext cx="5683624" cy="6237101"/>
          </a:xfrm>
          <a:custGeom>
            <a:avLst/>
            <a:gdLst>
              <a:gd name="T0" fmla="*/ 0 w 1793"/>
              <a:gd name="T1" fmla="*/ 1966 h 1966"/>
              <a:gd name="T2" fmla="*/ 1759 w 1793"/>
              <a:gd name="T3" fmla="*/ 1035 h 1966"/>
              <a:gd name="T4" fmla="*/ 1764 w 1793"/>
              <a:gd name="T5" fmla="*/ 955 h 1966"/>
              <a:gd name="T6" fmla="*/ 356 w 1793"/>
              <a:gd name="T7" fmla="*/ 0 h 1966"/>
              <a:gd name="T8" fmla="*/ 0 w 1793"/>
              <a:gd name="T9" fmla="*/ 0 h 1966"/>
              <a:gd name="T10" fmla="*/ 0 w 1793"/>
              <a:gd name="T11" fmla="*/ 1966 h 1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93" h="1966">
                <a:moveTo>
                  <a:pt x="0" y="1966"/>
                </a:moveTo>
                <a:cubicBezTo>
                  <a:pt x="1759" y="1035"/>
                  <a:pt x="1759" y="1035"/>
                  <a:pt x="1759" y="1035"/>
                </a:cubicBezTo>
                <a:cubicBezTo>
                  <a:pt x="1790" y="1018"/>
                  <a:pt x="1793" y="975"/>
                  <a:pt x="1764" y="955"/>
                </a:cubicBezTo>
                <a:cubicBezTo>
                  <a:pt x="356" y="0"/>
                  <a:pt x="356" y="0"/>
                  <a:pt x="356" y="0"/>
                </a:cubicBezTo>
                <a:cubicBezTo>
                  <a:pt x="0" y="0"/>
                  <a:pt x="0" y="0"/>
                  <a:pt x="0" y="0"/>
                </a:cubicBezTo>
                <a:lnTo>
                  <a:pt x="0" y="1966"/>
                </a:lnTo>
                <a:close/>
              </a:path>
            </a:pathLst>
          </a:custGeom>
          <a:blipFill dpi="0" rotWithShape="1"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2301" t="-12914" r="-56305" b="-12914"/>
            </a:stretch>
          </a:blip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E3F69D-F6CD-6146-AA4B-1372496036C3}"/>
              </a:ext>
            </a:extLst>
          </p:cNvPr>
          <p:cNvSpPr txBox="1"/>
          <p:nvPr/>
        </p:nvSpPr>
        <p:spPr>
          <a:xfrm>
            <a:off x="6228864" y="1660560"/>
            <a:ext cx="139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spc="-3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0 1</a:t>
            </a:r>
            <a:endParaRPr kumimoji="1" lang="zh-CN" altLang="en-US" sz="3600" b="1" spc="-3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F0F411-5E45-DD47-A39D-C35172D979F8}"/>
              </a:ext>
            </a:extLst>
          </p:cNvPr>
          <p:cNvSpPr txBox="1"/>
          <p:nvPr/>
        </p:nvSpPr>
        <p:spPr>
          <a:xfrm>
            <a:off x="6228864" y="2622704"/>
            <a:ext cx="139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spc="-3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0 2</a:t>
            </a:r>
            <a:endParaRPr kumimoji="1" lang="zh-CN" altLang="en-US" sz="3600" b="1" spc="-3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BF0492-F35A-954F-A6EE-31F5C19AD7B0}"/>
              </a:ext>
            </a:extLst>
          </p:cNvPr>
          <p:cNvSpPr txBox="1"/>
          <p:nvPr/>
        </p:nvSpPr>
        <p:spPr>
          <a:xfrm>
            <a:off x="6228864" y="3573016"/>
            <a:ext cx="139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spc="-3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0 3</a:t>
            </a:r>
            <a:endParaRPr kumimoji="1" lang="zh-CN" altLang="en-US" sz="3600" b="1" spc="-3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7D5741-85BB-0741-92DD-2D319B30E5C6}"/>
              </a:ext>
            </a:extLst>
          </p:cNvPr>
          <p:cNvSpPr txBox="1"/>
          <p:nvPr/>
        </p:nvSpPr>
        <p:spPr>
          <a:xfrm>
            <a:off x="6228864" y="4530328"/>
            <a:ext cx="139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spc="-3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0 4</a:t>
            </a:r>
            <a:endParaRPr kumimoji="1" lang="zh-CN" altLang="en-US" sz="3600" b="1" spc="-3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DA78D7-0818-5A4B-BCA6-AD68A9200C8B}"/>
              </a:ext>
            </a:extLst>
          </p:cNvPr>
          <p:cNvSpPr txBox="1"/>
          <p:nvPr/>
        </p:nvSpPr>
        <p:spPr>
          <a:xfrm>
            <a:off x="7375659" y="1752892"/>
            <a:ext cx="284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en-US" altLang="zh-CN" sz="2400" b="1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46287B-6330-9A4F-9A33-611E5B6ADEF2}"/>
              </a:ext>
            </a:extLst>
          </p:cNvPr>
          <p:cNvSpPr txBox="1"/>
          <p:nvPr/>
        </p:nvSpPr>
        <p:spPr>
          <a:xfrm>
            <a:off x="3052354" y="2504048"/>
            <a:ext cx="1397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F65C7-8435-494D-B8B4-5E5C7679C255}"/>
              </a:ext>
            </a:extLst>
          </p:cNvPr>
          <p:cNvSpPr txBox="1"/>
          <p:nvPr/>
        </p:nvSpPr>
        <p:spPr>
          <a:xfrm>
            <a:off x="3048804" y="3183385"/>
            <a:ext cx="14393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1" lang="zh-CN" altLang="en-US" sz="15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BD64B5A7-D17F-5D48-82E1-6E074EC11AF5}"/>
              </a:ext>
            </a:extLst>
          </p:cNvPr>
          <p:cNvSpPr>
            <a:spLocks/>
          </p:cNvSpPr>
          <p:nvPr/>
        </p:nvSpPr>
        <p:spPr bwMode="auto">
          <a:xfrm>
            <a:off x="4184352" y="3389812"/>
            <a:ext cx="979318" cy="1067958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81000">
                <a:srgbClr val="E80029"/>
              </a:gs>
            </a:gsLst>
            <a:lin ang="270000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B4BAA211-45D7-6544-AA9B-F5DC30770E9B}"/>
              </a:ext>
            </a:extLst>
          </p:cNvPr>
          <p:cNvSpPr>
            <a:spLocks noEditPoints="1"/>
          </p:cNvSpPr>
          <p:nvPr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DA78D7-0818-5A4B-BCA6-AD68A9200C8B}"/>
              </a:ext>
            </a:extLst>
          </p:cNvPr>
          <p:cNvSpPr txBox="1"/>
          <p:nvPr/>
        </p:nvSpPr>
        <p:spPr>
          <a:xfrm>
            <a:off x="7375659" y="2715036"/>
            <a:ext cx="284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工作业绩</a:t>
            </a:r>
            <a:endParaRPr kumimoji="1" lang="en-US" altLang="zh-CN" sz="2400" b="1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DA78D7-0818-5A4B-BCA6-AD68A9200C8B}"/>
              </a:ext>
            </a:extLst>
          </p:cNvPr>
          <p:cNvSpPr txBox="1"/>
          <p:nvPr/>
        </p:nvSpPr>
        <p:spPr>
          <a:xfrm>
            <a:off x="7375659" y="3662669"/>
            <a:ext cx="284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未来规划</a:t>
            </a:r>
            <a:endParaRPr kumimoji="1" lang="en-US" altLang="zh-CN" sz="2400" b="1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DA78D7-0818-5A4B-BCA6-AD68A9200C8B}"/>
              </a:ext>
            </a:extLst>
          </p:cNvPr>
          <p:cNvSpPr txBox="1"/>
          <p:nvPr/>
        </p:nvSpPr>
        <p:spPr>
          <a:xfrm>
            <a:off x="7375659" y="4622660"/>
            <a:ext cx="284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部门建议</a:t>
            </a:r>
            <a:endParaRPr kumimoji="1" lang="en-US" altLang="zh-CN" sz="2400" b="1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69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E7A5AF3-52D0-234C-94D4-42A007108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0" y="0"/>
            <a:ext cx="6159500" cy="6870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3CBD04-8660-9A44-BB54-6E8B86D2E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320"/>
            <a:ext cx="406400" cy="558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EC2B8EA-2262-9B43-8A92-DBC1C26A6C08}"/>
              </a:ext>
            </a:extLst>
          </p:cNvPr>
          <p:cNvSpPr/>
          <p:nvPr/>
        </p:nvSpPr>
        <p:spPr>
          <a:xfrm>
            <a:off x="6024282" y="0"/>
            <a:ext cx="1380565" cy="6858000"/>
          </a:xfrm>
          <a:prstGeom prst="rect">
            <a:avLst/>
          </a:prstGeom>
          <a:gradFill>
            <a:gsLst>
              <a:gs pos="0">
                <a:srgbClr val="00A0A0"/>
              </a:gs>
              <a:gs pos="100000">
                <a:srgbClr val="0D48CE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C3F7AFD0-1410-454F-97E1-4D2D0B3AD0AB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E4ECDADF-0A96-5541-BA02-37DA0D16E5DE}"/>
              </a:ext>
            </a:extLst>
          </p:cNvPr>
          <p:cNvSpPr>
            <a:spLocks noEditPoints="1"/>
          </p:cNvSpPr>
          <p:nvPr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552993" y="1773357"/>
            <a:ext cx="559245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32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>
              <a:lnSpc>
                <a:spcPct val="150000"/>
              </a:lnSpc>
            </a:pPr>
            <a:r>
              <a:rPr kumimoji="1" lang="zh-CN" altLang="en-US" sz="36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加粗微软雅黑 </a:t>
            </a:r>
            <a:r>
              <a:rPr kumimoji="1" lang="en-US" altLang="zh-CN" sz="36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kumimoji="1" lang="zh-CN" altLang="en-US" sz="3600" b="1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endParaRPr kumimoji="1" lang="zh-CN" altLang="en-US" sz="36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40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169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号字，加粗；</a:t>
            </a:r>
          </a:p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号字；</a:t>
            </a: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96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F025AD63-BCFB-2A4E-97AD-2F662AE33347}"/>
              </a:ext>
            </a:extLst>
          </p:cNvPr>
          <p:cNvSpPr/>
          <p:nvPr/>
        </p:nvSpPr>
        <p:spPr>
          <a:xfrm>
            <a:off x="3026753" y="1698171"/>
            <a:ext cx="3722914" cy="3722914"/>
          </a:xfrm>
          <a:prstGeom prst="ellipse">
            <a:avLst/>
          </a:prstGeom>
          <a:solidFill>
            <a:schemeClr val="bg1">
              <a:lumMod val="95000"/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EFA6147D-6903-BC4E-BD59-A80954EF6ED6}"/>
              </a:ext>
            </a:extLst>
          </p:cNvPr>
          <p:cNvSpPr/>
          <p:nvPr/>
        </p:nvSpPr>
        <p:spPr>
          <a:xfrm>
            <a:off x="5683414" y="1698171"/>
            <a:ext cx="3722914" cy="3722914"/>
          </a:xfrm>
          <a:prstGeom prst="ellipse">
            <a:avLst/>
          </a:prstGeom>
          <a:solidFill>
            <a:schemeClr val="bg1">
              <a:lumMod val="95000"/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38BF1F58-B55F-4846-AC79-688A2E9E119B}"/>
              </a:ext>
            </a:extLst>
          </p:cNvPr>
          <p:cNvSpPr/>
          <p:nvPr/>
        </p:nvSpPr>
        <p:spPr>
          <a:xfrm>
            <a:off x="3035928" y="1698171"/>
            <a:ext cx="3722914" cy="3722914"/>
          </a:xfrm>
          <a:prstGeom prst="ellipse">
            <a:avLst/>
          </a:prstGeom>
          <a:noFill/>
          <a:ln w="25400" cap="flat">
            <a:solidFill>
              <a:srgbClr val="C6C4BE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957B8004-B1E2-4748-858F-D147AA5A734F}"/>
              </a:ext>
            </a:extLst>
          </p:cNvPr>
          <p:cNvSpPr/>
          <p:nvPr/>
        </p:nvSpPr>
        <p:spPr>
          <a:xfrm>
            <a:off x="5692589" y="1698171"/>
            <a:ext cx="3722914" cy="3722914"/>
          </a:xfrm>
          <a:prstGeom prst="ellipse">
            <a:avLst/>
          </a:prstGeom>
          <a:noFill/>
          <a:ln w="25400" cap="flat">
            <a:solidFill>
              <a:srgbClr val="C6C4BE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107D2062-5783-904D-92B2-02448787115E}"/>
              </a:ext>
            </a:extLst>
          </p:cNvPr>
          <p:cNvSpPr/>
          <p:nvPr/>
        </p:nvSpPr>
        <p:spPr>
          <a:xfrm>
            <a:off x="3348550" y="2027026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6103FCB1-FFA6-2A44-B503-9AF5A3CFDE31}"/>
              </a:ext>
            </a:extLst>
          </p:cNvPr>
          <p:cNvSpPr/>
          <p:nvPr/>
        </p:nvSpPr>
        <p:spPr>
          <a:xfrm>
            <a:off x="2822837" y="3329123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4D07A33C-A53D-DE41-B4F7-49E3B16312F8}"/>
              </a:ext>
            </a:extLst>
          </p:cNvPr>
          <p:cNvSpPr/>
          <p:nvPr/>
        </p:nvSpPr>
        <p:spPr>
          <a:xfrm>
            <a:off x="3348550" y="4633536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A8BE1FAA-F90B-F944-9169-B2572E2BEFCC}"/>
              </a:ext>
            </a:extLst>
          </p:cNvPr>
          <p:cNvSpPr/>
          <p:nvPr/>
        </p:nvSpPr>
        <p:spPr>
          <a:xfrm>
            <a:off x="8706878" y="2002673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7B7CCEC3-6631-DF42-AB5D-196377BD3DA6}"/>
              </a:ext>
            </a:extLst>
          </p:cNvPr>
          <p:cNvSpPr/>
          <p:nvPr/>
        </p:nvSpPr>
        <p:spPr>
          <a:xfrm>
            <a:off x="9206259" y="3329123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0517C2B4-7F88-FF4A-8A3C-2F492F17D035}"/>
              </a:ext>
            </a:extLst>
          </p:cNvPr>
          <p:cNvSpPr/>
          <p:nvPr/>
        </p:nvSpPr>
        <p:spPr>
          <a:xfrm>
            <a:off x="8706878" y="4633536"/>
            <a:ext cx="403671" cy="403671"/>
          </a:xfrm>
          <a:prstGeom prst="ellipse">
            <a:avLst/>
          </a:prstGeom>
          <a:gradFill flip="none" rotWithShape="1">
            <a:gsLst>
              <a:gs pos="0">
                <a:srgbClr val="0965BE"/>
              </a:gs>
              <a:gs pos="36000">
                <a:srgbClr val="0485AD"/>
              </a:gs>
              <a:gs pos="100000">
                <a:srgbClr val="0482AF"/>
              </a:gs>
            </a:gsLst>
            <a:lin ang="5400000" scaled="1"/>
            <a:tileRect/>
          </a:gradFill>
          <a:ln w="762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rrow">
            <a:extLst>
              <a:ext uri="{FF2B5EF4-FFF2-40B4-BE49-F238E27FC236}">
                <a16:creationId xmlns:a16="http://schemas.microsoft.com/office/drawing/2014/main" id="{70C3B060-B00C-9843-BA6C-D9F379A81930}"/>
              </a:ext>
            </a:extLst>
          </p:cNvPr>
          <p:cNvSpPr/>
          <p:nvPr/>
        </p:nvSpPr>
        <p:spPr>
          <a:xfrm rot="1501954">
            <a:off x="4619263" y="2793787"/>
            <a:ext cx="353489" cy="218378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rrow">
            <a:extLst>
              <a:ext uri="{FF2B5EF4-FFF2-40B4-BE49-F238E27FC236}">
                <a16:creationId xmlns:a16="http://schemas.microsoft.com/office/drawing/2014/main" id="{F5719133-DC7A-5047-B6EB-1694A877E7E3}"/>
              </a:ext>
            </a:extLst>
          </p:cNvPr>
          <p:cNvSpPr/>
          <p:nvPr/>
        </p:nvSpPr>
        <p:spPr>
          <a:xfrm rot="20017419">
            <a:off x="4609842" y="4046506"/>
            <a:ext cx="353489" cy="218378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254B3C4E-7EB1-0449-A34D-4250FBAF8385}"/>
              </a:ext>
            </a:extLst>
          </p:cNvPr>
          <p:cNvSpPr/>
          <p:nvPr/>
        </p:nvSpPr>
        <p:spPr>
          <a:xfrm>
            <a:off x="4595163" y="3426179"/>
            <a:ext cx="353489" cy="218378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1A7CB383-5FF2-A34B-B80D-B6CB4EA08236}"/>
              </a:ext>
            </a:extLst>
          </p:cNvPr>
          <p:cNvSpPr/>
          <p:nvPr/>
        </p:nvSpPr>
        <p:spPr>
          <a:xfrm rot="10800000">
            <a:off x="7487097" y="3421769"/>
            <a:ext cx="353489" cy="218378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rrow">
            <a:extLst>
              <a:ext uri="{FF2B5EF4-FFF2-40B4-BE49-F238E27FC236}">
                <a16:creationId xmlns:a16="http://schemas.microsoft.com/office/drawing/2014/main" id="{AF1E53BB-7820-BE40-830E-15125AEB6F0B}"/>
              </a:ext>
            </a:extLst>
          </p:cNvPr>
          <p:cNvSpPr/>
          <p:nvPr/>
        </p:nvSpPr>
        <p:spPr>
          <a:xfrm rot="9190049">
            <a:off x="7485465" y="2800707"/>
            <a:ext cx="353489" cy="218379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rrow">
            <a:extLst>
              <a:ext uri="{FF2B5EF4-FFF2-40B4-BE49-F238E27FC236}">
                <a16:creationId xmlns:a16="http://schemas.microsoft.com/office/drawing/2014/main" id="{344B0530-C0B2-054D-88E2-957AB41FECEE}"/>
              </a:ext>
            </a:extLst>
          </p:cNvPr>
          <p:cNvSpPr/>
          <p:nvPr/>
        </p:nvSpPr>
        <p:spPr>
          <a:xfrm rot="12458405">
            <a:off x="7485103" y="4053426"/>
            <a:ext cx="353489" cy="218378"/>
          </a:xfrm>
          <a:prstGeom prst="rightArrow">
            <a:avLst>
              <a:gd name="adj1" fmla="val 60521"/>
              <a:gd name="adj2" fmla="val 88463"/>
            </a:avLst>
          </a:prstGeom>
          <a:solidFill>
            <a:srgbClr val="C6C4B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729020" y="331551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9A8AFD-4AA3-D745-A856-865709DB8CBE}"/>
              </a:ext>
            </a:extLst>
          </p:cNvPr>
          <p:cNvSpPr txBox="1"/>
          <p:nvPr/>
        </p:nvSpPr>
        <p:spPr>
          <a:xfrm>
            <a:off x="5795584" y="3269348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 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82466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标题：微软雅黑 </a:t>
            </a:r>
            <a:r>
              <a:rPr kumimoji="1" lang="en-US" altLang="zh-CN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9677462" y="335521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9215748" y="467682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9215748" y="199805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1122798" y="202019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73B96FA-464D-7340-9203-6AF09146160A}"/>
              </a:ext>
            </a:extLst>
          </p:cNvPr>
          <p:cNvSpPr txBox="1"/>
          <p:nvPr/>
        </p:nvSpPr>
        <p:spPr>
          <a:xfrm>
            <a:off x="1122797" y="47458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18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123884-281D-F840-BF34-5FC73493DE72}"/>
              </a:ext>
            </a:extLst>
          </p:cNvPr>
          <p:cNvSpPr/>
          <p:nvPr/>
        </p:nvSpPr>
        <p:spPr>
          <a:xfrm>
            <a:off x="10227549" y="3584836"/>
            <a:ext cx="1222926" cy="1231151"/>
          </a:xfrm>
          <a:prstGeom prst="roundRect">
            <a:avLst>
              <a:gd name="adj" fmla="val 6033"/>
            </a:avLst>
          </a:prstGeom>
          <a:noFill/>
          <a:ln w="12700">
            <a:gradFill>
              <a:gsLst>
                <a:gs pos="0">
                  <a:srgbClr val="78ABFF"/>
                </a:gs>
                <a:gs pos="100000">
                  <a:srgbClr val="1E41D5"/>
                </a:gs>
              </a:gsLst>
              <a:lin ang="5400000" scaled="0"/>
            </a:gradFill>
          </a:ln>
          <a:effectLst>
            <a:outerShdw sx="1000" sy="1000" algn="ctr" rotWithShape="0">
              <a:srgbClr val="000000"/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>
            <a:extLst>
              <a:ext uri="{FF2B5EF4-FFF2-40B4-BE49-F238E27FC236}">
                <a16:creationId xmlns:a16="http://schemas.microsoft.com/office/drawing/2014/main" id="{7868EBDE-B5A2-E241-84F0-9805CE811BC7}"/>
              </a:ext>
            </a:extLst>
          </p:cNvPr>
          <p:cNvCxnSpPr>
            <a:cxnSpLocks/>
          </p:cNvCxnSpPr>
          <p:nvPr/>
        </p:nvCxnSpPr>
        <p:spPr>
          <a:xfrm>
            <a:off x="10230724" y="4227079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CE38E9B-83A9-BC41-BFF3-87DC8C57EBBF}"/>
              </a:ext>
            </a:extLst>
          </p:cNvPr>
          <p:cNvSpPr txBox="1"/>
          <p:nvPr/>
        </p:nvSpPr>
        <p:spPr>
          <a:xfrm>
            <a:off x="10509735" y="3835731"/>
            <a:ext cx="6463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线连接符 4">
            <a:extLst>
              <a:ext uri="{FF2B5EF4-FFF2-40B4-BE49-F238E27FC236}">
                <a16:creationId xmlns:a16="http://schemas.microsoft.com/office/drawing/2014/main" id="{8078524E-7305-C648-ACC5-375F3AA04674}"/>
              </a:ext>
            </a:extLst>
          </p:cNvPr>
          <p:cNvCxnSpPr>
            <a:cxnSpLocks/>
          </p:cNvCxnSpPr>
          <p:nvPr/>
        </p:nvCxnSpPr>
        <p:spPr>
          <a:xfrm>
            <a:off x="10230724" y="4543774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C45965B-0E13-5243-9402-6A6F434B4E65}"/>
              </a:ext>
            </a:extLst>
          </p:cNvPr>
          <p:cNvGrpSpPr/>
          <p:nvPr/>
        </p:nvGrpSpPr>
        <p:grpSpPr>
          <a:xfrm rot="5400000">
            <a:off x="8708303" y="1312188"/>
            <a:ext cx="410859" cy="4085037"/>
            <a:chOff x="5510216" y="921077"/>
            <a:chExt cx="681422" cy="349852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3AD71-899B-4849-9474-463BAB873670}"/>
                </a:ext>
              </a:extLst>
            </p:cNvPr>
            <p:cNvGrpSpPr/>
            <p:nvPr/>
          </p:nvGrpSpPr>
          <p:grpSpPr>
            <a:xfrm flipV="1">
              <a:off x="5510216" y="2570153"/>
              <a:ext cx="681419" cy="1849446"/>
              <a:chOff x="5510216" y="1100138"/>
              <a:chExt cx="2398588" cy="2698625"/>
            </a:xfr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</p:grpSpPr>
          <p:sp>
            <p:nvSpPr>
              <p:cNvPr id="17" name="圆角右箭头 16">
                <a:extLst>
                  <a:ext uri="{FF2B5EF4-FFF2-40B4-BE49-F238E27FC236}">
                    <a16:creationId xmlns:a16="http://schemas.microsoft.com/office/drawing/2014/main" id="{B628073C-3D5C-D34F-8235-59ACDE733BE9}"/>
                  </a:ext>
                </a:extLst>
              </p:cNvPr>
              <p:cNvSpPr/>
              <p:nvPr/>
            </p:nvSpPr>
            <p:spPr>
              <a:xfrm>
                <a:off x="6537204" y="1100138"/>
                <a:ext cx="1371600" cy="1428750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圆角右箭头 17">
                <a:extLst>
                  <a:ext uri="{FF2B5EF4-FFF2-40B4-BE49-F238E27FC236}">
                    <a16:creationId xmlns:a16="http://schemas.microsoft.com/office/drawing/2014/main" id="{0EA5A963-ACDF-C04C-8D75-06489F403E45}"/>
                  </a:ext>
                </a:extLst>
              </p:cNvPr>
              <p:cNvSpPr/>
              <p:nvPr/>
            </p:nvSpPr>
            <p:spPr>
              <a:xfrm rot="10800000">
                <a:off x="5510216" y="2203040"/>
                <a:ext cx="1371600" cy="1428750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圆角右箭头 18">
                <a:extLst>
                  <a:ext uri="{FF2B5EF4-FFF2-40B4-BE49-F238E27FC236}">
                    <a16:creationId xmlns:a16="http://schemas.microsoft.com/office/drawing/2014/main" id="{A7B45ED0-F89F-DB41-888A-64B9290F8187}"/>
                  </a:ext>
                </a:extLst>
              </p:cNvPr>
              <p:cNvSpPr/>
              <p:nvPr/>
            </p:nvSpPr>
            <p:spPr>
              <a:xfrm>
                <a:off x="6537208" y="2682729"/>
                <a:ext cx="1371595" cy="1116034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219273C-DBB2-B948-8368-0A41858E4E45}"/>
                </a:ext>
              </a:extLst>
            </p:cNvPr>
            <p:cNvGrpSpPr/>
            <p:nvPr/>
          </p:nvGrpSpPr>
          <p:grpSpPr>
            <a:xfrm>
              <a:off x="5510219" y="921077"/>
              <a:ext cx="681419" cy="1812515"/>
              <a:chOff x="5510225" y="1038518"/>
              <a:chExt cx="2398588" cy="2531651"/>
            </a:xfr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17400000" scaled="0"/>
              <a:tileRect/>
            </a:gradFill>
          </p:grpSpPr>
          <p:sp>
            <p:nvSpPr>
              <p:cNvPr id="14" name="圆角右箭头 13">
                <a:extLst>
                  <a:ext uri="{FF2B5EF4-FFF2-40B4-BE49-F238E27FC236}">
                    <a16:creationId xmlns:a16="http://schemas.microsoft.com/office/drawing/2014/main" id="{FB14416E-8AE4-834B-B2D4-BDB0D5A3E997}"/>
                  </a:ext>
                </a:extLst>
              </p:cNvPr>
              <p:cNvSpPr/>
              <p:nvPr/>
            </p:nvSpPr>
            <p:spPr>
              <a:xfrm>
                <a:off x="6537211" y="2654483"/>
                <a:ext cx="1371602" cy="820649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圆角右箭头 14">
                <a:extLst>
                  <a:ext uri="{FF2B5EF4-FFF2-40B4-BE49-F238E27FC236}">
                    <a16:creationId xmlns:a16="http://schemas.microsoft.com/office/drawing/2014/main" id="{8AAF2281-CF7C-7C47-BC77-37B212957DA9}"/>
                  </a:ext>
                </a:extLst>
              </p:cNvPr>
              <p:cNvSpPr/>
              <p:nvPr/>
            </p:nvSpPr>
            <p:spPr>
              <a:xfrm>
                <a:off x="6537205" y="1038518"/>
                <a:ext cx="1371602" cy="1428751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圆角右箭头 15">
                <a:extLst>
                  <a:ext uri="{FF2B5EF4-FFF2-40B4-BE49-F238E27FC236}">
                    <a16:creationId xmlns:a16="http://schemas.microsoft.com/office/drawing/2014/main" id="{CA5E83D4-CBC0-6C43-BD9D-BD0A9D117EB1}"/>
                  </a:ext>
                </a:extLst>
              </p:cNvPr>
              <p:cNvSpPr/>
              <p:nvPr/>
            </p:nvSpPr>
            <p:spPr>
              <a:xfrm rot="10800000">
                <a:off x="5510225" y="2141417"/>
                <a:ext cx="1371600" cy="1428752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26FF1BC-6BF8-9A45-91F2-F972BB7F20BE}"/>
              </a:ext>
            </a:extLst>
          </p:cNvPr>
          <p:cNvGrpSpPr/>
          <p:nvPr/>
        </p:nvGrpSpPr>
        <p:grpSpPr>
          <a:xfrm rot="5400000">
            <a:off x="3249335" y="1312188"/>
            <a:ext cx="410859" cy="4085037"/>
            <a:chOff x="5510216" y="921077"/>
            <a:chExt cx="681422" cy="3498522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13A4788-7CEA-5840-BDB9-001FF7AAE881}"/>
                </a:ext>
              </a:extLst>
            </p:cNvPr>
            <p:cNvGrpSpPr/>
            <p:nvPr/>
          </p:nvGrpSpPr>
          <p:grpSpPr>
            <a:xfrm flipV="1">
              <a:off x="5510216" y="2570153"/>
              <a:ext cx="681419" cy="1849446"/>
              <a:chOff x="5510216" y="1100138"/>
              <a:chExt cx="2398588" cy="2698625"/>
            </a:xfr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</p:grpSpPr>
          <p:sp>
            <p:nvSpPr>
              <p:cNvPr id="26" name="圆角右箭头 25">
                <a:extLst>
                  <a:ext uri="{FF2B5EF4-FFF2-40B4-BE49-F238E27FC236}">
                    <a16:creationId xmlns:a16="http://schemas.microsoft.com/office/drawing/2014/main" id="{F18C3C24-F917-4945-9AE6-ACA31D49D58F}"/>
                  </a:ext>
                </a:extLst>
              </p:cNvPr>
              <p:cNvSpPr/>
              <p:nvPr/>
            </p:nvSpPr>
            <p:spPr>
              <a:xfrm>
                <a:off x="6537204" y="1100138"/>
                <a:ext cx="1371600" cy="1428750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圆角右箭头 26">
                <a:extLst>
                  <a:ext uri="{FF2B5EF4-FFF2-40B4-BE49-F238E27FC236}">
                    <a16:creationId xmlns:a16="http://schemas.microsoft.com/office/drawing/2014/main" id="{D059E680-03A5-324B-B6F7-7C74C580A64A}"/>
                  </a:ext>
                </a:extLst>
              </p:cNvPr>
              <p:cNvSpPr/>
              <p:nvPr/>
            </p:nvSpPr>
            <p:spPr>
              <a:xfrm rot="10800000">
                <a:off x="5510216" y="2203040"/>
                <a:ext cx="1371600" cy="1428750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圆角右箭头 27">
                <a:extLst>
                  <a:ext uri="{FF2B5EF4-FFF2-40B4-BE49-F238E27FC236}">
                    <a16:creationId xmlns:a16="http://schemas.microsoft.com/office/drawing/2014/main" id="{7C84FBEB-6245-B84F-BFE3-8F4947B47E66}"/>
                  </a:ext>
                </a:extLst>
              </p:cNvPr>
              <p:cNvSpPr/>
              <p:nvPr/>
            </p:nvSpPr>
            <p:spPr>
              <a:xfrm>
                <a:off x="6537208" y="2682729"/>
                <a:ext cx="1371595" cy="1116034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267B0F1-AFD1-CC48-A725-5DBCBFFE6CB3}"/>
                </a:ext>
              </a:extLst>
            </p:cNvPr>
            <p:cNvGrpSpPr/>
            <p:nvPr/>
          </p:nvGrpSpPr>
          <p:grpSpPr>
            <a:xfrm>
              <a:off x="5510219" y="921077"/>
              <a:ext cx="681419" cy="1812515"/>
              <a:chOff x="5510225" y="1038518"/>
              <a:chExt cx="2398588" cy="2531651"/>
            </a:xfr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17400000" scaled="0"/>
              <a:tileRect/>
            </a:gradFill>
          </p:grpSpPr>
          <p:sp>
            <p:nvSpPr>
              <p:cNvPr id="23" name="圆角右箭头 22">
                <a:extLst>
                  <a:ext uri="{FF2B5EF4-FFF2-40B4-BE49-F238E27FC236}">
                    <a16:creationId xmlns:a16="http://schemas.microsoft.com/office/drawing/2014/main" id="{8E1A0BC7-DF72-CF47-9DC7-4A016FE19072}"/>
                  </a:ext>
                </a:extLst>
              </p:cNvPr>
              <p:cNvSpPr/>
              <p:nvPr/>
            </p:nvSpPr>
            <p:spPr>
              <a:xfrm>
                <a:off x="6537211" y="2654483"/>
                <a:ext cx="1371602" cy="820649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圆角右箭头 23">
                <a:extLst>
                  <a:ext uri="{FF2B5EF4-FFF2-40B4-BE49-F238E27FC236}">
                    <a16:creationId xmlns:a16="http://schemas.microsoft.com/office/drawing/2014/main" id="{FA6B1CC4-6906-FC4D-B19C-7845A36047FD}"/>
                  </a:ext>
                </a:extLst>
              </p:cNvPr>
              <p:cNvSpPr/>
              <p:nvPr/>
            </p:nvSpPr>
            <p:spPr>
              <a:xfrm>
                <a:off x="6537205" y="1038518"/>
                <a:ext cx="1371602" cy="1428751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圆角右箭头 24">
                <a:extLst>
                  <a:ext uri="{FF2B5EF4-FFF2-40B4-BE49-F238E27FC236}">
                    <a16:creationId xmlns:a16="http://schemas.microsoft.com/office/drawing/2014/main" id="{519F20B4-3644-AD43-8605-D08199048788}"/>
                  </a:ext>
                </a:extLst>
              </p:cNvPr>
              <p:cNvSpPr/>
              <p:nvPr/>
            </p:nvSpPr>
            <p:spPr>
              <a:xfrm rot="10800000">
                <a:off x="5510225" y="2141417"/>
                <a:ext cx="1371600" cy="1428752"/>
              </a:xfrm>
              <a:prstGeom prst="bentArrow">
                <a:avLst>
                  <a:gd name="adj1" fmla="val 25000"/>
                  <a:gd name="adj2" fmla="val 12500"/>
                  <a:gd name="adj3" fmla="val 0"/>
                  <a:gd name="adj4" fmla="val 437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B2842353-74E3-E84D-B3AE-BC5C1FE99442}"/>
              </a:ext>
            </a:extLst>
          </p:cNvPr>
          <p:cNvSpPr/>
          <p:nvPr/>
        </p:nvSpPr>
        <p:spPr>
          <a:xfrm>
            <a:off x="6322034" y="3584837"/>
            <a:ext cx="1222926" cy="958938"/>
          </a:xfrm>
          <a:prstGeom prst="roundRect">
            <a:avLst>
              <a:gd name="adj" fmla="val 6033"/>
            </a:avLst>
          </a:prstGeom>
          <a:noFill/>
          <a:ln w="12700">
            <a:gradFill>
              <a:gsLst>
                <a:gs pos="0">
                  <a:srgbClr val="78ABFF"/>
                </a:gs>
                <a:gs pos="100000">
                  <a:srgbClr val="1E41D5"/>
                </a:gs>
              </a:gsLst>
              <a:lin ang="5400000" scaled="0"/>
            </a:gradFill>
          </a:ln>
          <a:effectLst>
            <a:outerShdw sx="1000" sy="1000" algn="ctr" rotWithShape="0">
              <a:srgbClr val="000000"/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4FC7F8B-51A9-0248-8395-C12D63F56CE8}"/>
              </a:ext>
            </a:extLst>
          </p:cNvPr>
          <p:cNvSpPr/>
          <p:nvPr/>
        </p:nvSpPr>
        <p:spPr>
          <a:xfrm>
            <a:off x="864329" y="3584836"/>
            <a:ext cx="1222926" cy="1231151"/>
          </a:xfrm>
          <a:prstGeom prst="roundRect">
            <a:avLst>
              <a:gd name="adj" fmla="val 6033"/>
            </a:avLst>
          </a:prstGeom>
          <a:noFill/>
          <a:ln w="12700">
            <a:gradFill>
              <a:gsLst>
                <a:gs pos="0">
                  <a:srgbClr val="78ABFF"/>
                </a:gs>
                <a:gs pos="100000">
                  <a:srgbClr val="1E41D5"/>
                </a:gs>
              </a:gsLst>
              <a:lin ang="5400000" scaled="0"/>
            </a:gradFill>
          </a:ln>
          <a:effectLst>
            <a:outerShdw sx="1000" sy="1000" algn="ctr" rotWithShape="0">
              <a:srgbClr val="000000"/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线连接符 38">
            <a:extLst>
              <a:ext uri="{FF2B5EF4-FFF2-40B4-BE49-F238E27FC236}">
                <a16:creationId xmlns:a16="http://schemas.microsoft.com/office/drawing/2014/main" id="{FBC53309-CFB8-2842-BE3A-AE38BD06F82E}"/>
              </a:ext>
            </a:extLst>
          </p:cNvPr>
          <p:cNvCxnSpPr>
            <a:cxnSpLocks/>
          </p:cNvCxnSpPr>
          <p:nvPr/>
        </p:nvCxnSpPr>
        <p:spPr>
          <a:xfrm>
            <a:off x="867504" y="4227079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9">
            <a:extLst>
              <a:ext uri="{FF2B5EF4-FFF2-40B4-BE49-F238E27FC236}">
                <a16:creationId xmlns:a16="http://schemas.microsoft.com/office/drawing/2014/main" id="{EBD8B9F5-9343-0347-A21D-1B76CF75C2FB}"/>
              </a:ext>
            </a:extLst>
          </p:cNvPr>
          <p:cNvCxnSpPr>
            <a:cxnSpLocks/>
          </p:cNvCxnSpPr>
          <p:nvPr/>
        </p:nvCxnSpPr>
        <p:spPr>
          <a:xfrm>
            <a:off x="2171566" y="4543774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C4118ED-43AA-4743-B8CC-3C3CA2B4D509}"/>
              </a:ext>
            </a:extLst>
          </p:cNvPr>
          <p:cNvSpPr/>
          <p:nvPr/>
        </p:nvSpPr>
        <p:spPr>
          <a:xfrm>
            <a:off x="2168391" y="3584834"/>
            <a:ext cx="1222926" cy="2433543"/>
          </a:xfrm>
          <a:prstGeom prst="roundRect">
            <a:avLst>
              <a:gd name="adj" fmla="val 6033"/>
            </a:avLst>
          </a:prstGeom>
          <a:noFill/>
          <a:ln w="12700">
            <a:gradFill>
              <a:gsLst>
                <a:gs pos="0">
                  <a:srgbClr val="78ABFF"/>
                </a:gs>
                <a:gs pos="100000">
                  <a:srgbClr val="1E41D5"/>
                </a:gs>
              </a:gsLst>
              <a:lin ang="5400000" scaled="0"/>
            </a:gradFill>
          </a:ln>
          <a:effectLst>
            <a:outerShdw sx="1000" sy="1000" algn="ctr" rotWithShape="0">
              <a:srgbClr val="000000"/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59A70B4-5148-E345-B39E-86C6978C2064}"/>
              </a:ext>
            </a:extLst>
          </p:cNvPr>
          <p:cNvGrpSpPr/>
          <p:nvPr/>
        </p:nvGrpSpPr>
        <p:grpSpPr>
          <a:xfrm rot="16200000" flipH="1" flipV="1">
            <a:off x="4589962" y="1209097"/>
            <a:ext cx="410855" cy="2808147"/>
            <a:chOff x="5597831" y="3661846"/>
            <a:chExt cx="410855" cy="1455796"/>
          </a:xfrm>
        </p:grpSpPr>
        <p:sp>
          <p:nvSpPr>
            <p:cNvPr id="35" name="圆角右箭头 34">
              <a:extLst>
                <a:ext uri="{FF2B5EF4-FFF2-40B4-BE49-F238E27FC236}">
                  <a16:creationId xmlns:a16="http://schemas.microsoft.com/office/drawing/2014/main" id="{8C47A911-3B3B-074D-A0DA-4D229BF755C9}"/>
                </a:ext>
              </a:extLst>
            </p:cNvPr>
            <p:cNvSpPr/>
            <p:nvPr/>
          </p:nvSpPr>
          <p:spPr>
            <a:xfrm rot="10800000" flipV="1">
              <a:off x="5597831" y="3661846"/>
              <a:ext cx="234942" cy="821585"/>
            </a:xfrm>
            <a:prstGeom prst="bentArrow">
              <a:avLst>
                <a:gd name="adj1" fmla="val 25000"/>
                <a:gd name="adj2" fmla="val 12500"/>
                <a:gd name="adj3" fmla="val 0"/>
                <a:gd name="adj4" fmla="val 43750"/>
              </a:avLst>
            </a:prstGeo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圆角右箭头 35">
              <a:extLst>
                <a:ext uri="{FF2B5EF4-FFF2-40B4-BE49-F238E27FC236}">
                  <a16:creationId xmlns:a16="http://schemas.microsoft.com/office/drawing/2014/main" id="{8166C3E6-84FD-E54B-BE18-2A6579CA65DC}"/>
                </a:ext>
              </a:extLst>
            </p:cNvPr>
            <p:cNvSpPr/>
            <p:nvPr/>
          </p:nvSpPr>
          <p:spPr>
            <a:xfrm flipV="1">
              <a:off x="5773743" y="4296057"/>
              <a:ext cx="234943" cy="821585"/>
            </a:xfrm>
            <a:prstGeom prst="bentArrow">
              <a:avLst>
                <a:gd name="adj1" fmla="val 25000"/>
                <a:gd name="adj2" fmla="val 12500"/>
                <a:gd name="adj3" fmla="val 0"/>
                <a:gd name="adj4" fmla="val 43750"/>
              </a:avLst>
            </a:prstGeo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7818377-F30A-DA4F-8DEF-0097483E3CCA}"/>
              </a:ext>
            </a:extLst>
          </p:cNvPr>
          <p:cNvGrpSpPr/>
          <p:nvPr/>
        </p:nvGrpSpPr>
        <p:grpSpPr>
          <a:xfrm rot="5400000" flipH="1">
            <a:off x="7293782" y="1254698"/>
            <a:ext cx="410855" cy="2716938"/>
            <a:chOff x="5597831" y="3661846"/>
            <a:chExt cx="410855" cy="1455796"/>
          </a:xfrm>
        </p:grpSpPr>
        <p:sp>
          <p:nvSpPr>
            <p:cNvPr id="38" name="圆角右箭头 37">
              <a:extLst>
                <a:ext uri="{FF2B5EF4-FFF2-40B4-BE49-F238E27FC236}">
                  <a16:creationId xmlns:a16="http://schemas.microsoft.com/office/drawing/2014/main" id="{63DAFEF7-E4CC-6B4F-9483-BCE2DC513EF6}"/>
                </a:ext>
              </a:extLst>
            </p:cNvPr>
            <p:cNvSpPr/>
            <p:nvPr/>
          </p:nvSpPr>
          <p:spPr>
            <a:xfrm rot="10800000" flipV="1">
              <a:off x="5597831" y="3661846"/>
              <a:ext cx="234942" cy="821585"/>
            </a:xfrm>
            <a:prstGeom prst="bentArrow">
              <a:avLst>
                <a:gd name="adj1" fmla="val 25000"/>
                <a:gd name="adj2" fmla="val 12500"/>
                <a:gd name="adj3" fmla="val 0"/>
                <a:gd name="adj4" fmla="val 43750"/>
              </a:avLst>
            </a:prstGeo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右箭头 38">
              <a:extLst>
                <a:ext uri="{FF2B5EF4-FFF2-40B4-BE49-F238E27FC236}">
                  <a16:creationId xmlns:a16="http://schemas.microsoft.com/office/drawing/2014/main" id="{B653B211-C473-6744-9D21-36920C22B049}"/>
                </a:ext>
              </a:extLst>
            </p:cNvPr>
            <p:cNvSpPr/>
            <p:nvPr/>
          </p:nvSpPr>
          <p:spPr>
            <a:xfrm flipV="1">
              <a:off x="5773743" y="4296057"/>
              <a:ext cx="234943" cy="821585"/>
            </a:xfrm>
            <a:prstGeom prst="bentArrow">
              <a:avLst>
                <a:gd name="adj1" fmla="val 25000"/>
                <a:gd name="adj2" fmla="val 12500"/>
                <a:gd name="adj3" fmla="val 0"/>
                <a:gd name="adj4" fmla="val 43750"/>
              </a:avLst>
            </a:prstGeom>
            <a:gradFill flip="none" rotWithShape="1">
              <a:gsLst>
                <a:gs pos="0">
                  <a:srgbClr val="2449E6"/>
                </a:gs>
                <a:gs pos="100000">
                  <a:srgbClr val="78ABFF"/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619F42C-6DAA-0144-86B5-9FF1B1EE03DF}"/>
              </a:ext>
            </a:extLst>
          </p:cNvPr>
          <p:cNvSpPr/>
          <p:nvPr/>
        </p:nvSpPr>
        <p:spPr>
          <a:xfrm>
            <a:off x="5275204" y="1701513"/>
            <a:ext cx="1767628" cy="706226"/>
          </a:xfrm>
          <a:prstGeom prst="roundRect">
            <a:avLst/>
          </a:prstGeom>
          <a:solidFill>
            <a:srgbClr val="0E48CE"/>
          </a:solidFill>
          <a:ln w="762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kumimoji="1"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3023CE90-AFDC-614A-B92D-7DB8CC12DB95}"/>
              </a:ext>
            </a:extLst>
          </p:cNvPr>
          <p:cNvSpPr/>
          <p:nvPr/>
        </p:nvSpPr>
        <p:spPr>
          <a:xfrm flipH="1">
            <a:off x="2849500" y="2810329"/>
            <a:ext cx="1163471" cy="427077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1D9D781-4527-474B-8AAC-9105E3F1A79C}"/>
              </a:ext>
            </a:extLst>
          </p:cNvPr>
          <p:cNvSpPr/>
          <p:nvPr/>
        </p:nvSpPr>
        <p:spPr>
          <a:xfrm>
            <a:off x="2160155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592CB63C-4079-9947-9F69-91A307BC7AAE}"/>
              </a:ext>
            </a:extLst>
          </p:cNvPr>
          <p:cNvSpPr/>
          <p:nvPr/>
        </p:nvSpPr>
        <p:spPr>
          <a:xfrm>
            <a:off x="859955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46F9342-25C5-BE48-85B9-C845AC378089}"/>
              </a:ext>
            </a:extLst>
          </p:cNvPr>
          <p:cNvSpPr/>
          <p:nvPr/>
        </p:nvSpPr>
        <p:spPr>
          <a:xfrm>
            <a:off x="3460355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2DCA7B0F-7E61-7F46-B553-B4A0FFF6151B}"/>
              </a:ext>
            </a:extLst>
          </p:cNvPr>
          <p:cNvSpPr/>
          <p:nvPr/>
        </p:nvSpPr>
        <p:spPr>
          <a:xfrm>
            <a:off x="4760554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1074409B-49D8-5A46-832B-14F47925D5D5}"/>
              </a:ext>
            </a:extLst>
          </p:cNvPr>
          <p:cNvSpPr/>
          <p:nvPr/>
        </p:nvSpPr>
        <p:spPr>
          <a:xfrm flipH="1">
            <a:off x="8305065" y="2810329"/>
            <a:ext cx="1163471" cy="427077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061E4429-DF76-7145-B75A-09229534D171}"/>
              </a:ext>
            </a:extLst>
          </p:cNvPr>
          <p:cNvSpPr/>
          <p:nvPr/>
        </p:nvSpPr>
        <p:spPr>
          <a:xfrm>
            <a:off x="7615721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7EAC67F-4DC1-EC4C-B685-1AFB4C94C935}"/>
              </a:ext>
            </a:extLst>
          </p:cNvPr>
          <p:cNvSpPr/>
          <p:nvPr/>
        </p:nvSpPr>
        <p:spPr>
          <a:xfrm>
            <a:off x="6315523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8DAEF936-B099-1F4E-9434-E1F2CA255919}"/>
              </a:ext>
            </a:extLst>
          </p:cNvPr>
          <p:cNvSpPr/>
          <p:nvPr/>
        </p:nvSpPr>
        <p:spPr>
          <a:xfrm>
            <a:off x="8915919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7E689F8-8F1E-0B4A-B861-3101F0A566E4}"/>
              </a:ext>
            </a:extLst>
          </p:cNvPr>
          <p:cNvSpPr/>
          <p:nvPr/>
        </p:nvSpPr>
        <p:spPr>
          <a:xfrm>
            <a:off x="10216118" y="3535404"/>
            <a:ext cx="1241961" cy="302143"/>
          </a:xfrm>
          <a:prstGeom prst="roundRect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CF3FD07-2C5D-694F-BC4C-0540A91A57FD}"/>
              </a:ext>
            </a:extLst>
          </p:cNvPr>
          <p:cNvSpPr txBox="1"/>
          <p:nvPr/>
        </p:nvSpPr>
        <p:spPr>
          <a:xfrm>
            <a:off x="2456688" y="3881391"/>
            <a:ext cx="646331" cy="2230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线连接符 59">
            <a:extLst>
              <a:ext uri="{FF2B5EF4-FFF2-40B4-BE49-F238E27FC236}">
                <a16:creationId xmlns:a16="http://schemas.microsoft.com/office/drawing/2014/main" id="{F0AA154A-BAA2-E74A-80B7-C67E94B59164}"/>
              </a:ext>
            </a:extLst>
          </p:cNvPr>
          <p:cNvCxnSpPr>
            <a:cxnSpLocks/>
          </p:cNvCxnSpPr>
          <p:nvPr/>
        </p:nvCxnSpPr>
        <p:spPr>
          <a:xfrm>
            <a:off x="2171566" y="4227079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60">
            <a:extLst>
              <a:ext uri="{FF2B5EF4-FFF2-40B4-BE49-F238E27FC236}">
                <a16:creationId xmlns:a16="http://schemas.microsoft.com/office/drawing/2014/main" id="{BB81937C-A87C-534D-870C-01E6831D6949}"/>
              </a:ext>
            </a:extLst>
          </p:cNvPr>
          <p:cNvCxnSpPr>
            <a:cxnSpLocks/>
          </p:cNvCxnSpPr>
          <p:nvPr/>
        </p:nvCxnSpPr>
        <p:spPr>
          <a:xfrm>
            <a:off x="2171566" y="4843648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61">
            <a:extLst>
              <a:ext uri="{FF2B5EF4-FFF2-40B4-BE49-F238E27FC236}">
                <a16:creationId xmlns:a16="http://schemas.microsoft.com/office/drawing/2014/main" id="{D20F4E16-A600-4943-A717-E9309164CBCC}"/>
              </a:ext>
            </a:extLst>
          </p:cNvPr>
          <p:cNvCxnSpPr>
            <a:cxnSpLocks/>
          </p:cNvCxnSpPr>
          <p:nvPr/>
        </p:nvCxnSpPr>
        <p:spPr>
          <a:xfrm>
            <a:off x="2171566" y="5130720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62">
            <a:extLst>
              <a:ext uri="{FF2B5EF4-FFF2-40B4-BE49-F238E27FC236}">
                <a16:creationId xmlns:a16="http://schemas.microsoft.com/office/drawing/2014/main" id="{8F43A56F-A6BB-D244-BD6C-94CE0324AEB8}"/>
              </a:ext>
            </a:extLst>
          </p:cNvPr>
          <p:cNvCxnSpPr>
            <a:cxnSpLocks/>
          </p:cNvCxnSpPr>
          <p:nvPr/>
        </p:nvCxnSpPr>
        <p:spPr>
          <a:xfrm>
            <a:off x="2171566" y="5452938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63">
            <a:extLst>
              <a:ext uri="{FF2B5EF4-FFF2-40B4-BE49-F238E27FC236}">
                <a16:creationId xmlns:a16="http://schemas.microsoft.com/office/drawing/2014/main" id="{6316F793-7D06-0A46-B1A2-CC8369A9B9E5}"/>
              </a:ext>
            </a:extLst>
          </p:cNvPr>
          <p:cNvCxnSpPr>
            <a:cxnSpLocks/>
          </p:cNvCxnSpPr>
          <p:nvPr/>
        </p:nvCxnSpPr>
        <p:spPr>
          <a:xfrm>
            <a:off x="2171566" y="5771497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91917FC-EF99-EF4B-85FB-F0F38A72EEB3}"/>
              </a:ext>
            </a:extLst>
          </p:cNvPr>
          <p:cNvSpPr txBox="1"/>
          <p:nvPr/>
        </p:nvSpPr>
        <p:spPr>
          <a:xfrm>
            <a:off x="1152278" y="3858753"/>
            <a:ext cx="646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endParaRPr kumimoji="1"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线连接符 65">
            <a:extLst>
              <a:ext uri="{FF2B5EF4-FFF2-40B4-BE49-F238E27FC236}">
                <a16:creationId xmlns:a16="http://schemas.microsoft.com/office/drawing/2014/main" id="{A22BAA30-6181-1B4C-B31F-18E4216399D6}"/>
              </a:ext>
            </a:extLst>
          </p:cNvPr>
          <p:cNvCxnSpPr>
            <a:cxnSpLocks/>
          </p:cNvCxnSpPr>
          <p:nvPr/>
        </p:nvCxnSpPr>
        <p:spPr>
          <a:xfrm>
            <a:off x="867504" y="4543774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6">
            <a:extLst>
              <a:ext uri="{FF2B5EF4-FFF2-40B4-BE49-F238E27FC236}">
                <a16:creationId xmlns:a16="http://schemas.microsoft.com/office/drawing/2014/main" id="{98046D6D-D5DA-6B48-8C3E-A3554A964C9D}"/>
              </a:ext>
            </a:extLst>
          </p:cNvPr>
          <p:cNvCxnSpPr>
            <a:cxnSpLocks/>
          </p:cNvCxnSpPr>
          <p:nvPr/>
        </p:nvCxnSpPr>
        <p:spPr>
          <a:xfrm>
            <a:off x="6325209" y="4227079"/>
            <a:ext cx="1219751" cy="0"/>
          </a:xfrm>
          <a:prstGeom prst="line">
            <a:avLst/>
          </a:prstGeom>
          <a:ln w="9525">
            <a:solidFill>
              <a:srgbClr val="236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194C072E-C2B4-3046-BD22-4EFCFF35CBBB}"/>
              </a:ext>
            </a:extLst>
          </p:cNvPr>
          <p:cNvSpPr txBox="1"/>
          <p:nvPr/>
        </p:nvSpPr>
        <p:spPr>
          <a:xfrm>
            <a:off x="6604218" y="3874553"/>
            <a:ext cx="6463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82466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标题：微软雅黑 </a:t>
            </a:r>
            <a:r>
              <a:rPr kumimoji="1" lang="en-US" altLang="zh-CN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号字；</a:t>
            </a: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57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Shape">
            <a:extLst>
              <a:ext uri="{FF2B5EF4-FFF2-40B4-BE49-F238E27FC236}">
                <a16:creationId xmlns:a16="http://schemas.microsoft.com/office/drawing/2014/main" id="{BE220963-0806-1A4C-A5CE-4FAF62236405}"/>
              </a:ext>
            </a:extLst>
          </p:cNvPr>
          <p:cNvSpPr/>
          <p:nvPr/>
        </p:nvSpPr>
        <p:spPr>
          <a:xfrm rot="10800000">
            <a:off x="1091790" y="1934842"/>
            <a:ext cx="2348461" cy="1578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593" extrusionOk="0">
                <a:moveTo>
                  <a:pt x="21282" y="2"/>
                </a:moveTo>
                <a:cubicBezTo>
                  <a:pt x="21340" y="-7"/>
                  <a:pt x="21400" y="7"/>
                  <a:pt x="21454" y="50"/>
                </a:cubicBezTo>
                <a:cubicBezTo>
                  <a:pt x="21545" y="123"/>
                  <a:pt x="21600" y="262"/>
                  <a:pt x="21594" y="409"/>
                </a:cubicBezTo>
                <a:lnTo>
                  <a:pt x="21594" y="4072"/>
                </a:lnTo>
                <a:lnTo>
                  <a:pt x="21594" y="4702"/>
                </a:lnTo>
                <a:lnTo>
                  <a:pt x="21594" y="19860"/>
                </a:lnTo>
                <a:cubicBezTo>
                  <a:pt x="21594" y="20111"/>
                  <a:pt x="21594" y="20299"/>
                  <a:pt x="21587" y="20457"/>
                </a:cubicBezTo>
                <a:cubicBezTo>
                  <a:pt x="21579" y="20616"/>
                  <a:pt x="21564" y="20745"/>
                  <a:pt x="21534" y="20879"/>
                </a:cubicBezTo>
                <a:cubicBezTo>
                  <a:pt x="21496" y="21025"/>
                  <a:pt x="21435" y="21155"/>
                  <a:pt x="21359" y="21263"/>
                </a:cubicBezTo>
                <a:cubicBezTo>
                  <a:pt x="21283" y="21371"/>
                  <a:pt x="21190" y="21455"/>
                  <a:pt x="21085" y="21508"/>
                </a:cubicBezTo>
                <a:cubicBezTo>
                  <a:pt x="20990" y="21551"/>
                  <a:pt x="20897" y="21572"/>
                  <a:pt x="20785" y="21582"/>
                </a:cubicBezTo>
                <a:cubicBezTo>
                  <a:pt x="20672" y="21593"/>
                  <a:pt x="20538" y="21593"/>
                  <a:pt x="20361" y="21593"/>
                </a:cubicBezTo>
                <a:lnTo>
                  <a:pt x="1240" y="21593"/>
                </a:lnTo>
                <a:cubicBezTo>
                  <a:pt x="1060" y="21593"/>
                  <a:pt x="926" y="21593"/>
                  <a:pt x="812" y="21582"/>
                </a:cubicBezTo>
                <a:cubicBezTo>
                  <a:pt x="699" y="21572"/>
                  <a:pt x="606" y="21551"/>
                  <a:pt x="511" y="21508"/>
                </a:cubicBezTo>
                <a:cubicBezTo>
                  <a:pt x="407" y="21455"/>
                  <a:pt x="313" y="21371"/>
                  <a:pt x="236" y="21263"/>
                </a:cubicBezTo>
                <a:cubicBezTo>
                  <a:pt x="160" y="21155"/>
                  <a:pt x="99" y="21025"/>
                  <a:pt x="61" y="20879"/>
                </a:cubicBezTo>
                <a:cubicBezTo>
                  <a:pt x="30" y="20745"/>
                  <a:pt x="15" y="20616"/>
                  <a:pt x="8" y="20458"/>
                </a:cubicBezTo>
                <a:cubicBezTo>
                  <a:pt x="0" y="20300"/>
                  <a:pt x="0" y="20114"/>
                  <a:pt x="0" y="19866"/>
                </a:cubicBezTo>
                <a:lnTo>
                  <a:pt x="0" y="4082"/>
                </a:lnTo>
                <a:cubicBezTo>
                  <a:pt x="0" y="3831"/>
                  <a:pt x="0" y="3642"/>
                  <a:pt x="8" y="3483"/>
                </a:cubicBezTo>
                <a:cubicBezTo>
                  <a:pt x="15" y="3323"/>
                  <a:pt x="30" y="3193"/>
                  <a:pt x="61" y="3060"/>
                </a:cubicBezTo>
                <a:cubicBezTo>
                  <a:pt x="99" y="2914"/>
                  <a:pt x="160" y="2784"/>
                  <a:pt x="236" y="2677"/>
                </a:cubicBezTo>
                <a:cubicBezTo>
                  <a:pt x="312" y="2569"/>
                  <a:pt x="407" y="2486"/>
                  <a:pt x="511" y="2433"/>
                </a:cubicBezTo>
                <a:cubicBezTo>
                  <a:pt x="606" y="2391"/>
                  <a:pt x="699" y="2370"/>
                  <a:pt x="812" y="2359"/>
                </a:cubicBezTo>
                <a:cubicBezTo>
                  <a:pt x="925" y="2349"/>
                  <a:pt x="1058" y="2349"/>
                  <a:pt x="1235" y="2349"/>
                </a:cubicBezTo>
                <a:lnTo>
                  <a:pt x="19518" y="2349"/>
                </a:lnTo>
                <a:lnTo>
                  <a:pt x="21124" y="104"/>
                </a:lnTo>
                <a:cubicBezTo>
                  <a:pt x="21169" y="46"/>
                  <a:pt x="21224" y="12"/>
                  <a:pt x="21282" y="2"/>
                </a:cubicBezTo>
                <a:close/>
              </a:path>
            </a:pathLst>
          </a:cu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Shape">
            <a:extLst>
              <a:ext uri="{FF2B5EF4-FFF2-40B4-BE49-F238E27FC236}">
                <a16:creationId xmlns:a16="http://schemas.microsoft.com/office/drawing/2014/main" id="{D1CE114E-B06C-3947-B65A-A088055BE117}"/>
              </a:ext>
            </a:extLst>
          </p:cNvPr>
          <p:cNvSpPr/>
          <p:nvPr/>
        </p:nvSpPr>
        <p:spPr>
          <a:xfrm rot="10800000">
            <a:off x="3834531" y="1934842"/>
            <a:ext cx="2348461" cy="1578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593" extrusionOk="0">
                <a:moveTo>
                  <a:pt x="21282" y="2"/>
                </a:moveTo>
                <a:cubicBezTo>
                  <a:pt x="21340" y="-7"/>
                  <a:pt x="21400" y="7"/>
                  <a:pt x="21454" y="50"/>
                </a:cubicBezTo>
                <a:cubicBezTo>
                  <a:pt x="21545" y="123"/>
                  <a:pt x="21600" y="262"/>
                  <a:pt x="21594" y="409"/>
                </a:cubicBezTo>
                <a:lnTo>
                  <a:pt x="21594" y="4072"/>
                </a:lnTo>
                <a:lnTo>
                  <a:pt x="21594" y="4702"/>
                </a:lnTo>
                <a:lnTo>
                  <a:pt x="21594" y="19860"/>
                </a:lnTo>
                <a:cubicBezTo>
                  <a:pt x="21594" y="20111"/>
                  <a:pt x="21594" y="20299"/>
                  <a:pt x="21587" y="20457"/>
                </a:cubicBezTo>
                <a:cubicBezTo>
                  <a:pt x="21579" y="20616"/>
                  <a:pt x="21564" y="20745"/>
                  <a:pt x="21534" y="20879"/>
                </a:cubicBezTo>
                <a:cubicBezTo>
                  <a:pt x="21496" y="21025"/>
                  <a:pt x="21435" y="21155"/>
                  <a:pt x="21359" y="21263"/>
                </a:cubicBezTo>
                <a:cubicBezTo>
                  <a:pt x="21283" y="21371"/>
                  <a:pt x="21190" y="21455"/>
                  <a:pt x="21085" y="21508"/>
                </a:cubicBezTo>
                <a:cubicBezTo>
                  <a:pt x="20990" y="21551"/>
                  <a:pt x="20897" y="21572"/>
                  <a:pt x="20785" y="21582"/>
                </a:cubicBezTo>
                <a:cubicBezTo>
                  <a:pt x="20672" y="21593"/>
                  <a:pt x="20538" y="21593"/>
                  <a:pt x="20361" y="21593"/>
                </a:cubicBezTo>
                <a:lnTo>
                  <a:pt x="1240" y="21593"/>
                </a:lnTo>
                <a:cubicBezTo>
                  <a:pt x="1060" y="21593"/>
                  <a:pt x="926" y="21593"/>
                  <a:pt x="812" y="21582"/>
                </a:cubicBezTo>
                <a:cubicBezTo>
                  <a:pt x="699" y="21572"/>
                  <a:pt x="606" y="21551"/>
                  <a:pt x="511" y="21508"/>
                </a:cubicBezTo>
                <a:cubicBezTo>
                  <a:pt x="407" y="21455"/>
                  <a:pt x="313" y="21371"/>
                  <a:pt x="236" y="21263"/>
                </a:cubicBezTo>
                <a:cubicBezTo>
                  <a:pt x="160" y="21155"/>
                  <a:pt x="99" y="21025"/>
                  <a:pt x="61" y="20879"/>
                </a:cubicBezTo>
                <a:cubicBezTo>
                  <a:pt x="30" y="20745"/>
                  <a:pt x="15" y="20616"/>
                  <a:pt x="8" y="20458"/>
                </a:cubicBezTo>
                <a:cubicBezTo>
                  <a:pt x="0" y="20300"/>
                  <a:pt x="0" y="20114"/>
                  <a:pt x="0" y="19866"/>
                </a:cubicBezTo>
                <a:lnTo>
                  <a:pt x="0" y="4082"/>
                </a:lnTo>
                <a:cubicBezTo>
                  <a:pt x="0" y="3831"/>
                  <a:pt x="0" y="3642"/>
                  <a:pt x="8" y="3483"/>
                </a:cubicBezTo>
                <a:cubicBezTo>
                  <a:pt x="15" y="3323"/>
                  <a:pt x="30" y="3193"/>
                  <a:pt x="61" y="3060"/>
                </a:cubicBezTo>
                <a:cubicBezTo>
                  <a:pt x="99" y="2914"/>
                  <a:pt x="160" y="2784"/>
                  <a:pt x="236" y="2677"/>
                </a:cubicBezTo>
                <a:cubicBezTo>
                  <a:pt x="312" y="2569"/>
                  <a:pt x="407" y="2486"/>
                  <a:pt x="511" y="2433"/>
                </a:cubicBezTo>
                <a:cubicBezTo>
                  <a:pt x="606" y="2391"/>
                  <a:pt x="699" y="2370"/>
                  <a:pt x="812" y="2359"/>
                </a:cubicBezTo>
                <a:cubicBezTo>
                  <a:pt x="925" y="2349"/>
                  <a:pt x="1058" y="2349"/>
                  <a:pt x="1235" y="2349"/>
                </a:cubicBezTo>
                <a:lnTo>
                  <a:pt x="19518" y="2349"/>
                </a:lnTo>
                <a:lnTo>
                  <a:pt x="21124" y="104"/>
                </a:lnTo>
                <a:cubicBezTo>
                  <a:pt x="21169" y="46"/>
                  <a:pt x="21224" y="12"/>
                  <a:pt x="21282" y="2"/>
                </a:cubicBezTo>
                <a:close/>
              </a:path>
            </a:pathLst>
          </a:custGeom>
          <a:solidFill>
            <a:srgbClr val="FF7F0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Shape">
            <a:extLst>
              <a:ext uri="{FF2B5EF4-FFF2-40B4-BE49-F238E27FC236}">
                <a16:creationId xmlns:a16="http://schemas.microsoft.com/office/drawing/2014/main" id="{43109167-8BAA-E046-9010-FDD5F42B0EAB}"/>
              </a:ext>
            </a:extLst>
          </p:cNvPr>
          <p:cNvSpPr/>
          <p:nvPr/>
        </p:nvSpPr>
        <p:spPr>
          <a:xfrm rot="10800000">
            <a:off x="6578338" y="1934842"/>
            <a:ext cx="2348461" cy="1578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593" extrusionOk="0">
                <a:moveTo>
                  <a:pt x="21282" y="2"/>
                </a:moveTo>
                <a:cubicBezTo>
                  <a:pt x="21340" y="-7"/>
                  <a:pt x="21400" y="7"/>
                  <a:pt x="21454" y="50"/>
                </a:cubicBezTo>
                <a:cubicBezTo>
                  <a:pt x="21545" y="123"/>
                  <a:pt x="21600" y="262"/>
                  <a:pt x="21594" y="409"/>
                </a:cubicBezTo>
                <a:lnTo>
                  <a:pt x="21594" y="4072"/>
                </a:lnTo>
                <a:lnTo>
                  <a:pt x="21594" y="4702"/>
                </a:lnTo>
                <a:lnTo>
                  <a:pt x="21594" y="19860"/>
                </a:lnTo>
                <a:cubicBezTo>
                  <a:pt x="21594" y="20111"/>
                  <a:pt x="21594" y="20299"/>
                  <a:pt x="21587" y="20457"/>
                </a:cubicBezTo>
                <a:cubicBezTo>
                  <a:pt x="21579" y="20616"/>
                  <a:pt x="21564" y="20745"/>
                  <a:pt x="21534" y="20879"/>
                </a:cubicBezTo>
                <a:cubicBezTo>
                  <a:pt x="21496" y="21025"/>
                  <a:pt x="21435" y="21155"/>
                  <a:pt x="21359" y="21263"/>
                </a:cubicBezTo>
                <a:cubicBezTo>
                  <a:pt x="21283" y="21371"/>
                  <a:pt x="21190" y="21455"/>
                  <a:pt x="21085" y="21508"/>
                </a:cubicBezTo>
                <a:cubicBezTo>
                  <a:pt x="20990" y="21551"/>
                  <a:pt x="20897" y="21572"/>
                  <a:pt x="20785" y="21582"/>
                </a:cubicBezTo>
                <a:cubicBezTo>
                  <a:pt x="20672" y="21593"/>
                  <a:pt x="20538" y="21593"/>
                  <a:pt x="20361" y="21593"/>
                </a:cubicBezTo>
                <a:lnTo>
                  <a:pt x="1240" y="21593"/>
                </a:lnTo>
                <a:cubicBezTo>
                  <a:pt x="1060" y="21593"/>
                  <a:pt x="926" y="21593"/>
                  <a:pt x="812" y="21582"/>
                </a:cubicBezTo>
                <a:cubicBezTo>
                  <a:pt x="699" y="21572"/>
                  <a:pt x="606" y="21551"/>
                  <a:pt x="511" y="21508"/>
                </a:cubicBezTo>
                <a:cubicBezTo>
                  <a:pt x="407" y="21455"/>
                  <a:pt x="313" y="21371"/>
                  <a:pt x="236" y="21263"/>
                </a:cubicBezTo>
                <a:cubicBezTo>
                  <a:pt x="160" y="21155"/>
                  <a:pt x="99" y="21025"/>
                  <a:pt x="61" y="20879"/>
                </a:cubicBezTo>
                <a:cubicBezTo>
                  <a:pt x="30" y="20745"/>
                  <a:pt x="15" y="20616"/>
                  <a:pt x="8" y="20458"/>
                </a:cubicBezTo>
                <a:cubicBezTo>
                  <a:pt x="0" y="20300"/>
                  <a:pt x="0" y="20114"/>
                  <a:pt x="0" y="19866"/>
                </a:cubicBezTo>
                <a:lnTo>
                  <a:pt x="0" y="4082"/>
                </a:lnTo>
                <a:cubicBezTo>
                  <a:pt x="0" y="3831"/>
                  <a:pt x="0" y="3642"/>
                  <a:pt x="8" y="3483"/>
                </a:cubicBezTo>
                <a:cubicBezTo>
                  <a:pt x="15" y="3323"/>
                  <a:pt x="30" y="3193"/>
                  <a:pt x="61" y="3060"/>
                </a:cubicBezTo>
                <a:cubicBezTo>
                  <a:pt x="99" y="2914"/>
                  <a:pt x="160" y="2784"/>
                  <a:pt x="236" y="2677"/>
                </a:cubicBezTo>
                <a:cubicBezTo>
                  <a:pt x="312" y="2569"/>
                  <a:pt x="407" y="2486"/>
                  <a:pt x="511" y="2433"/>
                </a:cubicBezTo>
                <a:cubicBezTo>
                  <a:pt x="606" y="2391"/>
                  <a:pt x="699" y="2370"/>
                  <a:pt x="812" y="2359"/>
                </a:cubicBezTo>
                <a:cubicBezTo>
                  <a:pt x="925" y="2349"/>
                  <a:pt x="1058" y="2349"/>
                  <a:pt x="1235" y="2349"/>
                </a:cubicBezTo>
                <a:lnTo>
                  <a:pt x="19518" y="2349"/>
                </a:lnTo>
                <a:lnTo>
                  <a:pt x="21124" y="104"/>
                </a:lnTo>
                <a:cubicBezTo>
                  <a:pt x="21169" y="46"/>
                  <a:pt x="21224" y="12"/>
                  <a:pt x="21282" y="2"/>
                </a:cubicBezTo>
                <a:close/>
              </a:path>
            </a:pathLst>
          </a:cu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Shape">
            <a:extLst>
              <a:ext uri="{FF2B5EF4-FFF2-40B4-BE49-F238E27FC236}">
                <a16:creationId xmlns:a16="http://schemas.microsoft.com/office/drawing/2014/main" id="{071927DE-7EA1-444D-A124-631B5633C59B}"/>
              </a:ext>
            </a:extLst>
          </p:cNvPr>
          <p:cNvSpPr/>
          <p:nvPr/>
        </p:nvSpPr>
        <p:spPr>
          <a:xfrm rot="10800000">
            <a:off x="9321079" y="1934842"/>
            <a:ext cx="2348461" cy="1578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593" extrusionOk="0">
                <a:moveTo>
                  <a:pt x="21282" y="2"/>
                </a:moveTo>
                <a:cubicBezTo>
                  <a:pt x="21340" y="-7"/>
                  <a:pt x="21400" y="7"/>
                  <a:pt x="21454" y="50"/>
                </a:cubicBezTo>
                <a:cubicBezTo>
                  <a:pt x="21545" y="123"/>
                  <a:pt x="21600" y="262"/>
                  <a:pt x="21594" y="409"/>
                </a:cubicBezTo>
                <a:lnTo>
                  <a:pt x="21594" y="4072"/>
                </a:lnTo>
                <a:lnTo>
                  <a:pt x="21594" y="4702"/>
                </a:lnTo>
                <a:lnTo>
                  <a:pt x="21594" y="19860"/>
                </a:lnTo>
                <a:cubicBezTo>
                  <a:pt x="21594" y="20111"/>
                  <a:pt x="21594" y="20299"/>
                  <a:pt x="21587" y="20457"/>
                </a:cubicBezTo>
                <a:cubicBezTo>
                  <a:pt x="21579" y="20616"/>
                  <a:pt x="21564" y="20745"/>
                  <a:pt x="21534" y="20879"/>
                </a:cubicBezTo>
                <a:cubicBezTo>
                  <a:pt x="21496" y="21025"/>
                  <a:pt x="21435" y="21155"/>
                  <a:pt x="21359" y="21263"/>
                </a:cubicBezTo>
                <a:cubicBezTo>
                  <a:pt x="21283" y="21371"/>
                  <a:pt x="21190" y="21455"/>
                  <a:pt x="21085" y="21508"/>
                </a:cubicBezTo>
                <a:cubicBezTo>
                  <a:pt x="20990" y="21551"/>
                  <a:pt x="20897" y="21572"/>
                  <a:pt x="20785" y="21582"/>
                </a:cubicBezTo>
                <a:cubicBezTo>
                  <a:pt x="20672" y="21593"/>
                  <a:pt x="20538" y="21593"/>
                  <a:pt x="20361" y="21593"/>
                </a:cubicBezTo>
                <a:lnTo>
                  <a:pt x="1240" y="21593"/>
                </a:lnTo>
                <a:cubicBezTo>
                  <a:pt x="1060" y="21593"/>
                  <a:pt x="926" y="21593"/>
                  <a:pt x="812" y="21582"/>
                </a:cubicBezTo>
                <a:cubicBezTo>
                  <a:pt x="699" y="21572"/>
                  <a:pt x="606" y="21551"/>
                  <a:pt x="511" y="21508"/>
                </a:cubicBezTo>
                <a:cubicBezTo>
                  <a:pt x="407" y="21455"/>
                  <a:pt x="313" y="21371"/>
                  <a:pt x="236" y="21263"/>
                </a:cubicBezTo>
                <a:cubicBezTo>
                  <a:pt x="160" y="21155"/>
                  <a:pt x="99" y="21025"/>
                  <a:pt x="61" y="20879"/>
                </a:cubicBezTo>
                <a:cubicBezTo>
                  <a:pt x="30" y="20745"/>
                  <a:pt x="15" y="20616"/>
                  <a:pt x="8" y="20458"/>
                </a:cubicBezTo>
                <a:cubicBezTo>
                  <a:pt x="0" y="20300"/>
                  <a:pt x="0" y="20114"/>
                  <a:pt x="0" y="19866"/>
                </a:cubicBezTo>
                <a:lnTo>
                  <a:pt x="0" y="4082"/>
                </a:lnTo>
                <a:cubicBezTo>
                  <a:pt x="0" y="3831"/>
                  <a:pt x="0" y="3642"/>
                  <a:pt x="8" y="3483"/>
                </a:cubicBezTo>
                <a:cubicBezTo>
                  <a:pt x="15" y="3323"/>
                  <a:pt x="30" y="3193"/>
                  <a:pt x="61" y="3060"/>
                </a:cubicBezTo>
                <a:cubicBezTo>
                  <a:pt x="99" y="2914"/>
                  <a:pt x="160" y="2784"/>
                  <a:pt x="236" y="2677"/>
                </a:cubicBezTo>
                <a:cubicBezTo>
                  <a:pt x="312" y="2569"/>
                  <a:pt x="407" y="2486"/>
                  <a:pt x="511" y="2433"/>
                </a:cubicBezTo>
                <a:cubicBezTo>
                  <a:pt x="606" y="2391"/>
                  <a:pt x="699" y="2370"/>
                  <a:pt x="812" y="2359"/>
                </a:cubicBezTo>
                <a:cubicBezTo>
                  <a:pt x="925" y="2349"/>
                  <a:pt x="1058" y="2349"/>
                  <a:pt x="1235" y="2349"/>
                </a:cubicBezTo>
                <a:lnTo>
                  <a:pt x="19518" y="2349"/>
                </a:lnTo>
                <a:lnTo>
                  <a:pt x="21124" y="104"/>
                </a:lnTo>
                <a:cubicBezTo>
                  <a:pt x="21169" y="46"/>
                  <a:pt x="21224" y="12"/>
                  <a:pt x="21282" y="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ounded Rectangle">
            <a:extLst>
              <a:ext uri="{FF2B5EF4-FFF2-40B4-BE49-F238E27FC236}">
                <a16:creationId xmlns:a16="http://schemas.microsoft.com/office/drawing/2014/main" id="{7D0EB004-25BB-E540-A569-7DD9819D06C8}"/>
              </a:ext>
            </a:extLst>
          </p:cNvPr>
          <p:cNvSpPr/>
          <p:nvPr/>
        </p:nvSpPr>
        <p:spPr>
          <a:xfrm>
            <a:off x="1090057" y="3881409"/>
            <a:ext cx="10579483" cy="8682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">
            <a:extLst>
              <a:ext uri="{FF2B5EF4-FFF2-40B4-BE49-F238E27FC236}">
                <a16:creationId xmlns:a16="http://schemas.microsoft.com/office/drawing/2014/main" id="{3B2794BC-1567-E44B-B373-96BBDDADAF54}"/>
              </a:ext>
            </a:extLst>
          </p:cNvPr>
          <p:cNvSpPr/>
          <p:nvPr/>
        </p:nvSpPr>
        <p:spPr>
          <a:xfrm>
            <a:off x="1090056" y="3881108"/>
            <a:ext cx="6725629" cy="8712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Circle">
            <a:extLst>
              <a:ext uri="{FF2B5EF4-FFF2-40B4-BE49-F238E27FC236}">
                <a16:creationId xmlns:a16="http://schemas.microsoft.com/office/drawing/2014/main" id="{EA4F5AFB-5A4A-F644-A430-5C152A848592}"/>
              </a:ext>
            </a:extLst>
          </p:cNvPr>
          <p:cNvSpPr/>
          <p:nvPr/>
        </p:nvSpPr>
        <p:spPr>
          <a:xfrm>
            <a:off x="884751" y="3688515"/>
            <a:ext cx="472146" cy="472146"/>
          </a:xfrm>
          <a:prstGeom prst="ellipse">
            <a:avLst/>
          </a:pr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Graphic 12">
            <a:extLst>
              <a:ext uri="{FF2B5EF4-FFF2-40B4-BE49-F238E27FC236}">
                <a16:creationId xmlns:a16="http://schemas.microsoft.com/office/drawing/2014/main" id="{F7816CF2-2767-154E-8ED8-8BD31862E71D}"/>
              </a:ext>
            </a:extLst>
          </p:cNvPr>
          <p:cNvSpPr/>
          <p:nvPr/>
        </p:nvSpPr>
        <p:spPr>
          <a:xfrm>
            <a:off x="964179" y="3767944"/>
            <a:ext cx="313288" cy="313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  <a:moveTo>
                  <a:pt x="10229" y="15269"/>
                </a:moveTo>
                <a:lnTo>
                  <a:pt x="17069" y="8429"/>
                </a:lnTo>
                <a:cubicBezTo>
                  <a:pt x="17345" y="8143"/>
                  <a:pt x="17337" y="7687"/>
                  <a:pt x="17051" y="7411"/>
                </a:cubicBezTo>
                <a:cubicBezTo>
                  <a:pt x="16772" y="7141"/>
                  <a:pt x="16330" y="7141"/>
                  <a:pt x="16051" y="7411"/>
                </a:cubicBezTo>
                <a:lnTo>
                  <a:pt x="9720" y="13742"/>
                </a:lnTo>
                <a:lnTo>
                  <a:pt x="5549" y="9571"/>
                </a:lnTo>
                <a:cubicBezTo>
                  <a:pt x="5273" y="9285"/>
                  <a:pt x="4817" y="9277"/>
                  <a:pt x="4531" y="9553"/>
                </a:cubicBezTo>
                <a:cubicBezTo>
                  <a:pt x="4245" y="9829"/>
                  <a:pt x="4237" y="10285"/>
                  <a:pt x="4513" y="10571"/>
                </a:cubicBezTo>
                <a:cubicBezTo>
                  <a:pt x="4519" y="10577"/>
                  <a:pt x="4525" y="10583"/>
                  <a:pt x="4531" y="10589"/>
                </a:cubicBezTo>
                <a:lnTo>
                  <a:pt x="9211" y="15269"/>
                </a:lnTo>
                <a:cubicBezTo>
                  <a:pt x="9492" y="15550"/>
                  <a:pt x="9948" y="15550"/>
                  <a:pt x="10229" y="15269"/>
                </a:cubicBezTo>
                <a:close/>
              </a:path>
            </a:pathLst>
          </a:custGeom>
          <a:solidFill>
            <a:srgbClr val="F6F6F7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l" defTabSz="914400">
              <a:defRPr sz="1800" b="0">
                <a:latin typeface="Calibri"/>
                <a:ea typeface="Calibri"/>
                <a:cs typeface="Calibri"/>
                <a:sym typeface="Calibri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Circle">
            <a:extLst>
              <a:ext uri="{FF2B5EF4-FFF2-40B4-BE49-F238E27FC236}">
                <a16:creationId xmlns:a16="http://schemas.microsoft.com/office/drawing/2014/main" id="{781A7E16-7477-FB46-8742-43C4FDB01061}"/>
              </a:ext>
            </a:extLst>
          </p:cNvPr>
          <p:cNvSpPr/>
          <p:nvPr/>
        </p:nvSpPr>
        <p:spPr>
          <a:xfrm>
            <a:off x="3626415" y="3688515"/>
            <a:ext cx="472146" cy="472146"/>
          </a:xfrm>
          <a:prstGeom prst="ellipse">
            <a:avLst/>
          </a:prstGeom>
          <a:solidFill>
            <a:srgbClr val="FF7F0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Graphic 12">
            <a:extLst>
              <a:ext uri="{FF2B5EF4-FFF2-40B4-BE49-F238E27FC236}">
                <a16:creationId xmlns:a16="http://schemas.microsoft.com/office/drawing/2014/main" id="{61E331F4-52C4-2341-A42D-CB9C97A29168}"/>
              </a:ext>
            </a:extLst>
          </p:cNvPr>
          <p:cNvSpPr/>
          <p:nvPr/>
        </p:nvSpPr>
        <p:spPr>
          <a:xfrm>
            <a:off x="3705843" y="3767944"/>
            <a:ext cx="313288" cy="313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  <a:moveTo>
                  <a:pt x="10229" y="15269"/>
                </a:moveTo>
                <a:lnTo>
                  <a:pt x="17069" y="8429"/>
                </a:lnTo>
                <a:cubicBezTo>
                  <a:pt x="17345" y="8143"/>
                  <a:pt x="17337" y="7687"/>
                  <a:pt x="17051" y="7411"/>
                </a:cubicBezTo>
                <a:cubicBezTo>
                  <a:pt x="16772" y="7141"/>
                  <a:pt x="16330" y="7141"/>
                  <a:pt x="16051" y="7411"/>
                </a:cubicBezTo>
                <a:lnTo>
                  <a:pt x="9720" y="13742"/>
                </a:lnTo>
                <a:lnTo>
                  <a:pt x="5549" y="9571"/>
                </a:lnTo>
                <a:cubicBezTo>
                  <a:pt x="5273" y="9285"/>
                  <a:pt x="4817" y="9277"/>
                  <a:pt x="4531" y="9553"/>
                </a:cubicBezTo>
                <a:cubicBezTo>
                  <a:pt x="4245" y="9829"/>
                  <a:pt x="4237" y="10285"/>
                  <a:pt x="4513" y="10571"/>
                </a:cubicBezTo>
                <a:cubicBezTo>
                  <a:pt x="4519" y="10577"/>
                  <a:pt x="4525" y="10583"/>
                  <a:pt x="4531" y="10589"/>
                </a:cubicBezTo>
                <a:lnTo>
                  <a:pt x="9211" y="15269"/>
                </a:lnTo>
                <a:cubicBezTo>
                  <a:pt x="9492" y="15550"/>
                  <a:pt x="9948" y="15550"/>
                  <a:pt x="10229" y="15269"/>
                </a:cubicBezTo>
                <a:close/>
              </a:path>
            </a:pathLst>
          </a:custGeom>
          <a:solidFill>
            <a:srgbClr val="F6F6F7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l" defTabSz="914400">
              <a:defRPr sz="1800" b="0">
                <a:latin typeface="Calibri"/>
                <a:ea typeface="Calibri"/>
                <a:cs typeface="Calibri"/>
                <a:sym typeface="Calibri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Circle">
            <a:extLst>
              <a:ext uri="{FF2B5EF4-FFF2-40B4-BE49-F238E27FC236}">
                <a16:creationId xmlns:a16="http://schemas.microsoft.com/office/drawing/2014/main" id="{B415AFA1-F69E-CB46-BFEB-1D15A4AF780A}"/>
              </a:ext>
            </a:extLst>
          </p:cNvPr>
          <p:cNvSpPr/>
          <p:nvPr/>
        </p:nvSpPr>
        <p:spPr>
          <a:xfrm>
            <a:off x="6368081" y="3688515"/>
            <a:ext cx="472146" cy="472146"/>
          </a:xfrm>
          <a:prstGeom prst="ellipse">
            <a:avLst/>
          </a:pr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Graphic 12">
            <a:extLst>
              <a:ext uri="{FF2B5EF4-FFF2-40B4-BE49-F238E27FC236}">
                <a16:creationId xmlns:a16="http://schemas.microsoft.com/office/drawing/2014/main" id="{CC2FD2E4-5531-A84F-A0B7-A2043F07EB22}"/>
              </a:ext>
            </a:extLst>
          </p:cNvPr>
          <p:cNvSpPr/>
          <p:nvPr/>
        </p:nvSpPr>
        <p:spPr>
          <a:xfrm>
            <a:off x="6447509" y="3767944"/>
            <a:ext cx="313288" cy="313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  <a:moveTo>
                  <a:pt x="10229" y="15269"/>
                </a:moveTo>
                <a:lnTo>
                  <a:pt x="17069" y="8429"/>
                </a:lnTo>
                <a:cubicBezTo>
                  <a:pt x="17345" y="8143"/>
                  <a:pt x="17337" y="7687"/>
                  <a:pt x="17051" y="7411"/>
                </a:cubicBezTo>
                <a:cubicBezTo>
                  <a:pt x="16772" y="7141"/>
                  <a:pt x="16330" y="7141"/>
                  <a:pt x="16051" y="7411"/>
                </a:cubicBezTo>
                <a:lnTo>
                  <a:pt x="9720" y="13742"/>
                </a:lnTo>
                <a:lnTo>
                  <a:pt x="5549" y="9571"/>
                </a:lnTo>
                <a:cubicBezTo>
                  <a:pt x="5273" y="9285"/>
                  <a:pt x="4817" y="9277"/>
                  <a:pt x="4531" y="9553"/>
                </a:cubicBezTo>
                <a:cubicBezTo>
                  <a:pt x="4245" y="9829"/>
                  <a:pt x="4237" y="10285"/>
                  <a:pt x="4513" y="10571"/>
                </a:cubicBezTo>
                <a:cubicBezTo>
                  <a:pt x="4519" y="10577"/>
                  <a:pt x="4525" y="10583"/>
                  <a:pt x="4531" y="10589"/>
                </a:cubicBezTo>
                <a:lnTo>
                  <a:pt x="9211" y="15269"/>
                </a:lnTo>
                <a:cubicBezTo>
                  <a:pt x="9492" y="15550"/>
                  <a:pt x="9948" y="15550"/>
                  <a:pt x="10229" y="15269"/>
                </a:cubicBezTo>
                <a:close/>
              </a:path>
            </a:pathLst>
          </a:custGeom>
          <a:solidFill>
            <a:srgbClr val="F6F6F7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l" defTabSz="914400">
              <a:defRPr sz="1800" b="0">
                <a:latin typeface="Calibri"/>
                <a:ea typeface="Calibri"/>
                <a:cs typeface="Calibri"/>
                <a:sym typeface="Calibri"/>
              </a:defRPr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Circle">
            <a:extLst>
              <a:ext uri="{FF2B5EF4-FFF2-40B4-BE49-F238E27FC236}">
                <a16:creationId xmlns:a16="http://schemas.microsoft.com/office/drawing/2014/main" id="{31DCA73F-F88F-0842-BCF2-A7534180755A}"/>
              </a:ext>
            </a:extLst>
          </p:cNvPr>
          <p:cNvSpPr/>
          <p:nvPr/>
        </p:nvSpPr>
        <p:spPr>
          <a:xfrm>
            <a:off x="9109745" y="3688515"/>
            <a:ext cx="472146" cy="47214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6148801-B695-314A-90FC-5A4578A20B3F}"/>
              </a:ext>
            </a:extLst>
          </p:cNvPr>
          <p:cNvSpPr txBox="1"/>
          <p:nvPr/>
        </p:nvSpPr>
        <p:spPr>
          <a:xfrm>
            <a:off x="660510" y="4870411"/>
            <a:ext cx="233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E48CE"/>
              </a:buClr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23A3BF6-6944-274F-A7CA-D71F0A1EBCE9}"/>
              </a:ext>
            </a:extLst>
          </p:cNvPr>
          <p:cNvSpPr txBox="1"/>
          <p:nvPr/>
        </p:nvSpPr>
        <p:spPr>
          <a:xfrm>
            <a:off x="884751" y="43495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此处是标题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477EA31-4320-3442-B522-414F7054CB07}"/>
              </a:ext>
            </a:extLst>
          </p:cNvPr>
          <p:cNvSpPr txBox="1"/>
          <p:nvPr/>
        </p:nvSpPr>
        <p:spPr>
          <a:xfrm>
            <a:off x="3550606" y="43758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此处是标题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161DAF3-8B2F-4644-8190-780FE34924EE}"/>
              </a:ext>
            </a:extLst>
          </p:cNvPr>
          <p:cNvSpPr txBox="1"/>
          <p:nvPr/>
        </p:nvSpPr>
        <p:spPr>
          <a:xfrm>
            <a:off x="6235587" y="43814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此处是标题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7B6716D-C8A2-614F-8720-25EB481B5DDB}"/>
              </a:ext>
            </a:extLst>
          </p:cNvPr>
          <p:cNvSpPr txBox="1"/>
          <p:nvPr/>
        </p:nvSpPr>
        <p:spPr>
          <a:xfrm>
            <a:off x="9109745" y="43814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此处是标题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EBE7061-1079-494E-8088-38051AC811EE}"/>
              </a:ext>
            </a:extLst>
          </p:cNvPr>
          <p:cNvSpPr txBox="1"/>
          <p:nvPr/>
        </p:nvSpPr>
        <p:spPr>
          <a:xfrm>
            <a:off x="1246526" y="1881551"/>
            <a:ext cx="2037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内容内容内容内容内容内容内容内容内容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1F431CC-951F-8646-8057-1ECB4DFDD9EB}"/>
              </a:ext>
            </a:extLst>
          </p:cNvPr>
          <p:cNvSpPr txBox="1"/>
          <p:nvPr/>
        </p:nvSpPr>
        <p:spPr>
          <a:xfrm>
            <a:off x="4019131" y="1869334"/>
            <a:ext cx="2037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内容内容内容内容内容内容内容内容内容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BC8CAED-FC75-A041-8EC0-C1EC05004E97}"/>
              </a:ext>
            </a:extLst>
          </p:cNvPr>
          <p:cNvSpPr txBox="1"/>
          <p:nvPr/>
        </p:nvSpPr>
        <p:spPr>
          <a:xfrm>
            <a:off x="6770113" y="1858045"/>
            <a:ext cx="2037923" cy="1480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内容内容内容内容内容内容内容内容内容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62F74B-6809-EE4E-9356-62928C2E484E}"/>
              </a:ext>
            </a:extLst>
          </p:cNvPr>
          <p:cNvSpPr txBox="1"/>
          <p:nvPr/>
        </p:nvSpPr>
        <p:spPr>
          <a:xfrm>
            <a:off x="9476347" y="1881551"/>
            <a:ext cx="2037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内容内容内容内容内容内容内容内容内容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6148801-B695-314A-90FC-5A4578A20B3F}"/>
              </a:ext>
            </a:extLst>
          </p:cNvPr>
          <p:cNvSpPr txBox="1"/>
          <p:nvPr/>
        </p:nvSpPr>
        <p:spPr>
          <a:xfrm>
            <a:off x="3446805" y="4869381"/>
            <a:ext cx="233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E48CE"/>
              </a:buClr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6148801-B695-314A-90FC-5A4578A20B3F}"/>
              </a:ext>
            </a:extLst>
          </p:cNvPr>
          <p:cNvSpPr txBox="1"/>
          <p:nvPr/>
        </p:nvSpPr>
        <p:spPr>
          <a:xfrm>
            <a:off x="6182992" y="4872366"/>
            <a:ext cx="233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E48CE"/>
              </a:buClr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6148801-B695-314A-90FC-5A4578A20B3F}"/>
              </a:ext>
            </a:extLst>
          </p:cNvPr>
          <p:cNvSpPr txBox="1"/>
          <p:nvPr/>
        </p:nvSpPr>
        <p:spPr>
          <a:xfrm>
            <a:off x="8901238" y="4840744"/>
            <a:ext cx="233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E48CE"/>
              </a:buClr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</a:t>
            </a:r>
            <a:r>
              <a:rPr kumimoji="1"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63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1300876-A910-D54F-8BC8-FABB4AB6841A}"/>
              </a:ext>
            </a:extLst>
          </p:cNvPr>
          <p:cNvSpPr txBox="1"/>
          <p:nvPr/>
        </p:nvSpPr>
        <p:spPr>
          <a:xfrm>
            <a:off x="3529112" y="1772816"/>
            <a:ext cx="20207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kumimoji="1" lang="en-US" altLang="zh-CN" sz="1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kumimoji="1" lang="zh-CN" altLang="en-US" sz="1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C5514D-FF2A-A044-B015-0478DC8D6304}"/>
              </a:ext>
            </a:extLst>
          </p:cNvPr>
          <p:cNvSpPr txBox="1"/>
          <p:nvPr/>
        </p:nvSpPr>
        <p:spPr>
          <a:xfrm>
            <a:off x="3541812" y="2314972"/>
            <a:ext cx="20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增值及持续营收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EC4B9D-BC50-6A49-8EE5-33203C8F6EC1}"/>
              </a:ext>
            </a:extLst>
          </p:cNvPr>
          <p:cNvSpPr txBox="1"/>
          <p:nvPr/>
        </p:nvSpPr>
        <p:spPr>
          <a:xfrm>
            <a:off x="3529112" y="3983856"/>
            <a:ext cx="20207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kumimoji="1" lang="en-US" altLang="zh-CN" sz="1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kumimoji="1" lang="zh-CN" altLang="en-US" sz="1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081DD7-C426-4B4A-9815-771EB01F3122}"/>
              </a:ext>
            </a:extLst>
          </p:cNvPr>
          <p:cNvSpPr txBox="1"/>
          <p:nvPr/>
        </p:nvSpPr>
        <p:spPr>
          <a:xfrm>
            <a:off x="3541812" y="4526012"/>
            <a:ext cx="20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增值及持续营收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CAE99C-59E5-4E40-963F-05FB133AB4C6}"/>
              </a:ext>
            </a:extLst>
          </p:cNvPr>
          <p:cNvSpPr txBox="1"/>
          <p:nvPr/>
        </p:nvSpPr>
        <p:spPr>
          <a:xfrm>
            <a:off x="8616280" y="3983856"/>
            <a:ext cx="20207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kumimoji="1" lang="en-US" altLang="zh-CN" sz="1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kumimoji="1" lang="zh-CN" altLang="en-US" sz="1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6E1821-1331-F441-9A1A-504E054149DE}"/>
              </a:ext>
            </a:extLst>
          </p:cNvPr>
          <p:cNvSpPr txBox="1"/>
          <p:nvPr/>
        </p:nvSpPr>
        <p:spPr>
          <a:xfrm>
            <a:off x="8628980" y="4526012"/>
            <a:ext cx="20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增值及持续营收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787932-9848-A649-8B5A-C26F30D90089}"/>
              </a:ext>
            </a:extLst>
          </p:cNvPr>
          <p:cNvSpPr txBox="1"/>
          <p:nvPr/>
        </p:nvSpPr>
        <p:spPr>
          <a:xfrm>
            <a:off x="8616280" y="1772816"/>
            <a:ext cx="20207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kumimoji="1" lang="en-US" altLang="zh-CN" sz="1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kumimoji="1" lang="zh-CN" altLang="en-US" sz="14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71EB0C-666F-C942-A37D-05883573028E}"/>
              </a:ext>
            </a:extLst>
          </p:cNvPr>
          <p:cNvSpPr txBox="1"/>
          <p:nvPr/>
        </p:nvSpPr>
        <p:spPr>
          <a:xfrm>
            <a:off x="8628980" y="2314972"/>
            <a:ext cx="20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增值及持续营收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27E683BF-2561-3443-8051-A0FDD8F1F9B6}"/>
              </a:ext>
            </a:extLst>
          </p:cNvPr>
          <p:cNvSpPr>
            <a:spLocks noEditPoints="1"/>
          </p:cNvSpPr>
          <p:nvPr/>
        </p:nvSpPr>
        <p:spPr bwMode="auto">
          <a:xfrm>
            <a:off x="1458259" y="1790233"/>
            <a:ext cx="894433" cy="895890"/>
          </a:xfrm>
          <a:custGeom>
            <a:avLst/>
            <a:gdLst>
              <a:gd name="T0" fmla="*/ 0 w 280"/>
              <a:gd name="T1" fmla="*/ 280 h 280"/>
              <a:gd name="T2" fmla="*/ 0 w 280"/>
              <a:gd name="T3" fmla="*/ 280 h 280"/>
              <a:gd name="T4" fmla="*/ 0 w 280"/>
              <a:gd name="T5" fmla="*/ 280 h 280"/>
              <a:gd name="T6" fmla="*/ 280 w 280"/>
              <a:gd name="T7" fmla="*/ 0 h 280"/>
              <a:gd name="T8" fmla="*/ 0 w 280"/>
              <a:gd name="T9" fmla="*/ 280 h 280"/>
              <a:gd name="T10" fmla="*/ 14 w 280"/>
              <a:gd name="T11" fmla="*/ 193 h 280"/>
              <a:gd name="T12" fmla="*/ 104 w 280"/>
              <a:gd name="T13" fmla="*/ 227 h 280"/>
              <a:gd name="T14" fmla="*/ 280 w 280"/>
              <a:gd name="T15" fmla="*/ 97 h 280"/>
              <a:gd name="T16" fmla="*/ 280 w 280"/>
              <a:gd name="T17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0" h="280">
                <a:moveTo>
                  <a:pt x="0" y="280"/>
                </a:moveTo>
                <a:cubicBezTo>
                  <a:pt x="0" y="280"/>
                  <a:pt x="0" y="280"/>
                  <a:pt x="0" y="280"/>
                </a:cubicBezTo>
                <a:cubicBezTo>
                  <a:pt x="0" y="280"/>
                  <a:pt x="0" y="280"/>
                  <a:pt x="0" y="280"/>
                </a:cubicBezTo>
                <a:moveTo>
                  <a:pt x="280" y="0"/>
                </a:moveTo>
                <a:cubicBezTo>
                  <a:pt x="126" y="0"/>
                  <a:pt x="0" y="125"/>
                  <a:pt x="0" y="280"/>
                </a:cubicBezTo>
                <a:cubicBezTo>
                  <a:pt x="0" y="249"/>
                  <a:pt x="5" y="220"/>
                  <a:pt x="14" y="193"/>
                </a:cubicBezTo>
                <a:cubicBezTo>
                  <a:pt x="104" y="227"/>
                  <a:pt x="104" y="227"/>
                  <a:pt x="104" y="227"/>
                </a:cubicBezTo>
                <a:cubicBezTo>
                  <a:pt x="127" y="152"/>
                  <a:pt x="197" y="97"/>
                  <a:pt x="280" y="97"/>
                </a:cubicBezTo>
                <a:cubicBezTo>
                  <a:pt x="280" y="0"/>
                  <a:pt x="280" y="0"/>
                  <a:pt x="280" y="0"/>
                </a:cubicBezTo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96DB444C-0110-FC49-A5AC-C41BAB0B0B52}"/>
              </a:ext>
            </a:extLst>
          </p:cNvPr>
          <p:cNvSpPr>
            <a:spLocks/>
          </p:cNvSpPr>
          <p:nvPr/>
        </p:nvSpPr>
        <p:spPr bwMode="auto">
          <a:xfrm>
            <a:off x="1458259" y="1790233"/>
            <a:ext cx="1788866" cy="1791780"/>
          </a:xfrm>
          <a:custGeom>
            <a:avLst/>
            <a:gdLst>
              <a:gd name="T0" fmla="*/ 280 w 560"/>
              <a:gd name="T1" fmla="*/ 0 h 560"/>
              <a:gd name="T2" fmla="*/ 280 w 560"/>
              <a:gd name="T3" fmla="*/ 97 h 560"/>
              <a:gd name="T4" fmla="*/ 464 w 560"/>
              <a:gd name="T5" fmla="*/ 280 h 560"/>
              <a:gd name="T6" fmla="*/ 280 w 560"/>
              <a:gd name="T7" fmla="*/ 464 h 560"/>
              <a:gd name="T8" fmla="*/ 96 w 560"/>
              <a:gd name="T9" fmla="*/ 280 h 560"/>
              <a:gd name="T10" fmla="*/ 104 w 560"/>
              <a:gd name="T11" fmla="*/ 227 h 560"/>
              <a:gd name="T12" fmla="*/ 14 w 560"/>
              <a:gd name="T13" fmla="*/ 193 h 560"/>
              <a:gd name="T14" fmla="*/ 0 w 560"/>
              <a:gd name="T15" fmla="*/ 280 h 560"/>
              <a:gd name="T16" fmla="*/ 280 w 560"/>
              <a:gd name="T17" fmla="*/ 560 h 560"/>
              <a:gd name="T18" fmla="*/ 560 w 560"/>
              <a:gd name="T19" fmla="*/ 280 h 560"/>
              <a:gd name="T20" fmla="*/ 280 w 560"/>
              <a:gd name="T21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280" y="0"/>
                </a:moveTo>
                <a:cubicBezTo>
                  <a:pt x="280" y="97"/>
                  <a:pt x="280" y="97"/>
                  <a:pt x="280" y="97"/>
                </a:cubicBezTo>
                <a:cubicBezTo>
                  <a:pt x="381" y="97"/>
                  <a:pt x="464" y="179"/>
                  <a:pt x="464" y="280"/>
                </a:cubicBezTo>
                <a:cubicBezTo>
                  <a:pt x="464" y="382"/>
                  <a:pt x="381" y="464"/>
                  <a:pt x="280" y="464"/>
                </a:cubicBezTo>
                <a:cubicBezTo>
                  <a:pt x="179" y="464"/>
                  <a:pt x="96" y="382"/>
                  <a:pt x="96" y="280"/>
                </a:cubicBezTo>
                <a:cubicBezTo>
                  <a:pt x="96" y="262"/>
                  <a:pt x="99" y="244"/>
                  <a:pt x="104" y="227"/>
                </a:cubicBezTo>
                <a:cubicBezTo>
                  <a:pt x="14" y="193"/>
                  <a:pt x="14" y="193"/>
                  <a:pt x="14" y="193"/>
                </a:cubicBezTo>
                <a:cubicBezTo>
                  <a:pt x="5" y="221"/>
                  <a:pt x="0" y="250"/>
                  <a:pt x="0" y="280"/>
                </a:cubicBezTo>
                <a:cubicBezTo>
                  <a:pt x="0" y="435"/>
                  <a:pt x="125" y="560"/>
                  <a:pt x="280" y="560"/>
                </a:cubicBezTo>
                <a:cubicBezTo>
                  <a:pt x="435" y="560"/>
                  <a:pt x="560" y="435"/>
                  <a:pt x="560" y="280"/>
                </a:cubicBezTo>
                <a:cubicBezTo>
                  <a:pt x="560" y="126"/>
                  <a:pt x="435" y="0"/>
                  <a:pt x="280" y="0"/>
                </a:cubicBezTo>
              </a:path>
            </a:pathLst>
          </a:custGeom>
          <a:gradFill flip="none" rotWithShape="1">
            <a:gsLst>
              <a:gs pos="21000">
                <a:srgbClr val="00A0A0"/>
              </a:gs>
              <a:gs pos="69000">
                <a:srgbClr val="0D48CE"/>
              </a:gs>
            </a:gsLst>
            <a:lin ang="7200000" scaled="0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6B6B5A37-46C6-0047-860E-D57C6A18BFBA}"/>
              </a:ext>
            </a:extLst>
          </p:cNvPr>
          <p:cNvSpPr>
            <a:spLocks/>
          </p:cNvSpPr>
          <p:nvPr/>
        </p:nvSpPr>
        <p:spPr bwMode="auto">
          <a:xfrm>
            <a:off x="1765630" y="2100516"/>
            <a:ext cx="1175583" cy="1174126"/>
          </a:xfrm>
          <a:custGeom>
            <a:avLst/>
            <a:gdLst>
              <a:gd name="T0" fmla="*/ 184 w 368"/>
              <a:gd name="T1" fmla="*/ 0 h 367"/>
              <a:gd name="T2" fmla="*/ 184 w 368"/>
              <a:gd name="T3" fmla="*/ 198 h 367"/>
              <a:gd name="T4" fmla="*/ 8 w 368"/>
              <a:gd name="T5" fmla="*/ 131 h 367"/>
              <a:gd name="T6" fmla="*/ 1 w 368"/>
              <a:gd name="T7" fmla="*/ 168 h 367"/>
              <a:gd name="T8" fmla="*/ 0 w 368"/>
              <a:gd name="T9" fmla="*/ 181 h 367"/>
              <a:gd name="T10" fmla="*/ 0 w 368"/>
              <a:gd name="T11" fmla="*/ 181 h 367"/>
              <a:gd name="T12" fmla="*/ 0 w 368"/>
              <a:gd name="T13" fmla="*/ 181 h 367"/>
              <a:gd name="T14" fmla="*/ 0 w 368"/>
              <a:gd name="T15" fmla="*/ 181 h 367"/>
              <a:gd name="T16" fmla="*/ 0 w 368"/>
              <a:gd name="T17" fmla="*/ 182 h 367"/>
              <a:gd name="T18" fmla="*/ 0 w 368"/>
              <a:gd name="T19" fmla="*/ 182 h 367"/>
              <a:gd name="T20" fmla="*/ 0 w 368"/>
              <a:gd name="T21" fmla="*/ 182 h 367"/>
              <a:gd name="T22" fmla="*/ 0 w 368"/>
              <a:gd name="T23" fmla="*/ 183 h 367"/>
              <a:gd name="T24" fmla="*/ 0 w 368"/>
              <a:gd name="T25" fmla="*/ 183 h 367"/>
              <a:gd name="T26" fmla="*/ 0 w 368"/>
              <a:gd name="T27" fmla="*/ 183 h 367"/>
              <a:gd name="T28" fmla="*/ 182 w 368"/>
              <a:gd name="T29" fmla="*/ 367 h 367"/>
              <a:gd name="T30" fmla="*/ 184 w 368"/>
              <a:gd name="T31" fmla="*/ 367 h 367"/>
              <a:gd name="T32" fmla="*/ 368 w 368"/>
              <a:gd name="T33" fmla="*/ 183 h 367"/>
              <a:gd name="T34" fmla="*/ 184 w 368"/>
              <a:gd name="T35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8" h="367">
                <a:moveTo>
                  <a:pt x="184" y="0"/>
                </a:moveTo>
                <a:cubicBezTo>
                  <a:pt x="184" y="198"/>
                  <a:pt x="184" y="198"/>
                  <a:pt x="184" y="198"/>
                </a:cubicBezTo>
                <a:cubicBezTo>
                  <a:pt x="8" y="131"/>
                  <a:pt x="8" y="131"/>
                  <a:pt x="8" y="131"/>
                </a:cubicBezTo>
                <a:cubicBezTo>
                  <a:pt x="4" y="143"/>
                  <a:pt x="2" y="155"/>
                  <a:pt x="1" y="168"/>
                </a:cubicBezTo>
                <a:cubicBezTo>
                  <a:pt x="1" y="172"/>
                  <a:pt x="0" y="176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81"/>
                  <a:pt x="0" y="182"/>
                  <a:pt x="0" y="182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2"/>
                  <a:pt x="0" y="183"/>
                  <a:pt x="0" y="183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284"/>
                  <a:pt x="81" y="366"/>
                  <a:pt x="182" y="367"/>
                </a:cubicBezTo>
                <a:cubicBezTo>
                  <a:pt x="182" y="367"/>
                  <a:pt x="183" y="367"/>
                  <a:pt x="184" y="367"/>
                </a:cubicBezTo>
                <a:cubicBezTo>
                  <a:pt x="285" y="367"/>
                  <a:pt x="368" y="285"/>
                  <a:pt x="368" y="183"/>
                </a:cubicBezTo>
                <a:cubicBezTo>
                  <a:pt x="368" y="82"/>
                  <a:pt x="285" y="0"/>
                  <a:pt x="184" y="0"/>
                </a:cubicBezTo>
              </a:path>
            </a:pathLst>
          </a:custGeom>
          <a:gradFill flip="none" rotWithShape="1">
            <a:gsLst>
              <a:gs pos="0">
                <a:srgbClr val="00A0A0">
                  <a:alpha val="50000"/>
                </a:srgbClr>
              </a:gs>
              <a:gs pos="100000">
                <a:srgbClr val="FFFFFF">
                  <a:alpha val="30000"/>
                </a:srgbClr>
              </a:gs>
            </a:gsLst>
            <a:lin ang="1890000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1F6040B-6036-FB46-BA0B-2A592DBA507E}"/>
              </a:ext>
            </a:extLst>
          </p:cNvPr>
          <p:cNvSpPr>
            <a:spLocks noEditPoints="1"/>
          </p:cNvSpPr>
          <p:nvPr/>
        </p:nvSpPr>
        <p:spPr bwMode="auto">
          <a:xfrm>
            <a:off x="1765630" y="2680296"/>
            <a:ext cx="0" cy="5827"/>
          </a:xfrm>
          <a:custGeom>
            <a:avLst/>
            <a:gdLst>
              <a:gd name="T0" fmla="*/ 2 h 2"/>
              <a:gd name="T1" fmla="*/ 2 h 2"/>
              <a:gd name="T2" fmla="*/ 2 h 2"/>
              <a:gd name="T3" fmla="*/ 2 h 2"/>
              <a:gd name="T4" fmla="*/ 1 h 2"/>
              <a:gd name="T5" fmla="*/ 2 h 2"/>
              <a:gd name="T6" fmla="*/ 1 h 2"/>
              <a:gd name="T7" fmla="*/ 1 h 2"/>
              <a:gd name="T8" fmla="*/ 1 h 2"/>
              <a:gd name="T9" fmla="*/ 1 h 2"/>
              <a:gd name="T10" fmla="*/ 0 h 2"/>
              <a:gd name="T11" fmla="*/ 0 h 2"/>
              <a:gd name="T12" fmla="*/ 0 h 2"/>
              <a:gd name="T13" fmla="*/ 0 h 2"/>
              <a:gd name="T14" fmla="*/ 0 h 2"/>
              <a:gd name="T15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  <a:cxn ang="0">
                <a:pos x="0" y="T8"/>
              </a:cxn>
              <a:cxn ang="0">
                <a:pos x="0" y="T9"/>
              </a:cxn>
              <a:cxn ang="0">
                <a:pos x="0" y="T10"/>
              </a:cxn>
              <a:cxn ang="0">
                <a:pos x="0" y="T11"/>
              </a:cxn>
              <a:cxn ang="0">
                <a:pos x="0" y="T12"/>
              </a:cxn>
              <a:cxn ang="0">
                <a:pos x="0" y="T13"/>
              </a:cxn>
              <a:cxn ang="0">
                <a:pos x="0" y="T14"/>
              </a:cxn>
              <a:cxn ang="0">
                <a:pos x="0" y="T15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1"/>
                </a:moveTo>
                <a:cubicBezTo>
                  <a:pt x="0" y="1"/>
                  <a:pt x="0" y="1"/>
                  <a:pt x="0" y="2"/>
                </a:cubicBezTo>
                <a:cubicBezTo>
                  <a:pt x="0" y="2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D5D5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ED436098-E9DD-4642-99B2-ED428E07F00F}"/>
              </a:ext>
            </a:extLst>
          </p:cNvPr>
          <p:cNvSpPr>
            <a:spLocks noEditPoints="1"/>
          </p:cNvSpPr>
          <p:nvPr/>
        </p:nvSpPr>
        <p:spPr bwMode="auto">
          <a:xfrm>
            <a:off x="1765630" y="2100516"/>
            <a:ext cx="1175583" cy="1174126"/>
          </a:xfrm>
          <a:custGeom>
            <a:avLst/>
            <a:gdLst>
              <a:gd name="T0" fmla="*/ 1 w 368"/>
              <a:gd name="T1" fmla="*/ 168 h 367"/>
              <a:gd name="T2" fmla="*/ 0 w 368"/>
              <a:gd name="T3" fmla="*/ 183 h 367"/>
              <a:gd name="T4" fmla="*/ 182 w 368"/>
              <a:gd name="T5" fmla="*/ 367 h 367"/>
              <a:gd name="T6" fmla="*/ 0 w 368"/>
              <a:gd name="T7" fmla="*/ 183 h 367"/>
              <a:gd name="T8" fmla="*/ 0 w 368"/>
              <a:gd name="T9" fmla="*/ 183 h 367"/>
              <a:gd name="T10" fmla="*/ 0 w 368"/>
              <a:gd name="T11" fmla="*/ 183 h 367"/>
              <a:gd name="T12" fmla="*/ 0 w 368"/>
              <a:gd name="T13" fmla="*/ 183 h 367"/>
              <a:gd name="T14" fmla="*/ 0 w 368"/>
              <a:gd name="T15" fmla="*/ 182 h 367"/>
              <a:gd name="T16" fmla="*/ 0 w 368"/>
              <a:gd name="T17" fmla="*/ 182 h 367"/>
              <a:gd name="T18" fmla="*/ 0 w 368"/>
              <a:gd name="T19" fmla="*/ 182 h 367"/>
              <a:gd name="T20" fmla="*/ 0 w 368"/>
              <a:gd name="T21" fmla="*/ 181 h 367"/>
              <a:gd name="T22" fmla="*/ 0 w 368"/>
              <a:gd name="T23" fmla="*/ 181 h 367"/>
              <a:gd name="T24" fmla="*/ 0 w 368"/>
              <a:gd name="T25" fmla="*/ 181 h 367"/>
              <a:gd name="T26" fmla="*/ 0 w 368"/>
              <a:gd name="T27" fmla="*/ 181 h 367"/>
              <a:gd name="T28" fmla="*/ 1 w 368"/>
              <a:gd name="T29" fmla="*/ 168 h 367"/>
              <a:gd name="T30" fmla="*/ 184 w 368"/>
              <a:gd name="T31" fmla="*/ 0 h 367"/>
              <a:gd name="T32" fmla="*/ 184 w 368"/>
              <a:gd name="T33" fmla="*/ 0 h 367"/>
              <a:gd name="T34" fmla="*/ 368 w 368"/>
              <a:gd name="T35" fmla="*/ 183 h 367"/>
              <a:gd name="T36" fmla="*/ 368 w 368"/>
              <a:gd name="T37" fmla="*/ 183 h 367"/>
              <a:gd name="T38" fmla="*/ 184 w 368"/>
              <a:gd name="T39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68" h="367">
                <a:moveTo>
                  <a:pt x="1" y="168"/>
                </a:moveTo>
                <a:cubicBezTo>
                  <a:pt x="1" y="173"/>
                  <a:pt x="0" y="178"/>
                  <a:pt x="0" y="183"/>
                </a:cubicBezTo>
                <a:cubicBezTo>
                  <a:pt x="0" y="284"/>
                  <a:pt x="81" y="366"/>
                  <a:pt x="182" y="367"/>
                </a:cubicBezTo>
                <a:cubicBezTo>
                  <a:pt x="81" y="366"/>
                  <a:pt x="0" y="284"/>
                  <a:pt x="0" y="183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2"/>
                  <a:pt x="0" y="181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176"/>
                  <a:pt x="1" y="172"/>
                  <a:pt x="1" y="168"/>
                </a:cubicBezTo>
                <a:moveTo>
                  <a:pt x="184" y="0"/>
                </a:moveTo>
                <a:cubicBezTo>
                  <a:pt x="184" y="0"/>
                  <a:pt x="184" y="0"/>
                  <a:pt x="184" y="0"/>
                </a:cubicBezTo>
                <a:cubicBezTo>
                  <a:pt x="285" y="0"/>
                  <a:pt x="368" y="82"/>
                  <a:pt x="368" y="183"/>
                </a:cubicBezTo>
                <a:cubicBezTo>
                  <a:pt x="368" y="183"/>
                  <a:pt x="368" y="183"/>
                  <a:pt x="368" y="183"/>
                </a:cubicBezTo>
                <a:cubicBezTo>
                  <a:pt x="368" y="82"/>
                  <a:pt x="285" y="0"/>
                  <a:pt x="184" y="0"/>
                </a:cubicBezTo>
              </a:path>
            </a:pathLst>
          </a:custGeom>
          <a:solidFill>
            <a:srgbClr val="63A6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9FDE58FA-26A2-8A46-824B-0BBD2E9EE1AB}"/>
              </a:ext>
            </a:extLst>
          </p:cNvPr>
          <p:cNvSpPr>
            <a:spLocks noEditPoints="1"/>
          </p:cNvSpPr>
          <p:nvPr/>
        </p:nvSpPr>
        <p:spPr bwMode="auto">
          <a:xfrm>
            <a:off x="1458259" y="4144311"/>
            <a:ext cx="894433" cy="895891"/>
          </a:xfrm>
          <a:custGeom>
            <a:avLst/>
            <a:gdLst>
              <a:gd name="T0" fmla="*/ 0 w 280"/>
              <a:gd name="T1" fmla="*/ 280 h 280"/>
              <a:gd name="T2" fmla="*/ 96 w 280"/>
              <a:gd name="T3" fmla="*/ 279 h 280"/>
              <a:gd name="T4" fmla="*/ 96 w 280"/>
              <a:gd name="T5" fmla="*/ 280 h 280"/>
              <a:gd name="T6" fmla="*/ 0 w 280"/>
              <a:gd name="T7" fmla="*/ 279 h 280"/>
              <a:gd name="T8" fmla="*/ 0 w 280"/>
              <a:gd name="T9" fmla="*/ 279 h 280"/>
              <a:gd name="T10" fmla="*/ 96 w 280"/>
              <a:gd name="T11" fmla="*/ 279 h 280"/>
              <a:gd name="T12" fmla="*/ 0 w 280"/>
              <a:gd name="T13" fmla="*/ 278 h 280"/>
              <a:gd name="T14" fmla="*/ 0 w 280"/>
              <a:gd name="T15" fmla="*/ 278 h 280"/>
              <a:gd name="T16" fmla="*/ 96 w 280"/>
              <a:gd name="T17" fmla="*/ 278 h 280"/>
              <a:gd name="T18" fmla="*/ 0 w 280"/>
              <a:gd name="T19" fmla="*/ 278 h 280"/>
              <a:gd name="T20" fmla="*/ 0 w 280"/>
              <a:gd name="T21" fmla="*/ 278 h 280"/>
              <a:gd name="T22" fmla="*/ 96 w 280"/>
              <a:gd name="T23" fmla="*/ 278 h 280"/>
              <a:gd name="T24" fmla="*/ 0 w 280"/>
              <a:gd name="T25" fmla="*/ 277 h 280"/>
              <a:gd name="T26" fmla="*/ 0 w 280"/>
              <a:gd name="T27" fmla="*/ 277 h 280"/>
              <a:gd name="T28" fmla="*/ 96 w 280"/>
              <a:gd name="T29" fmla="*/ 277 h 280"/>
              <a:gd name="T30" fmla="*/ 0 w 280"/>
              <a:gd name="T31" fmla="*/ 276 h 280"/>
              <a:gd name="T32" fmla="*/ 0 w 280"/>
              <a:gd name="T33" fmla="*/ 276 h 280"/>
              <a:gd name="T34" fmla="*/ 96 w 280"/>
              <a:gd name="T35" fmla="*/ 277 h 280"/>
              <a:gd name="T36" fmla="*/ 0 w 280"/>
              <a:gd name="T37" fmla="*/ 276 h 280"/>
              <a:gd name="T38" fmla="*/ 0 w 280"/>
              <a:gd name="T39" fmla="*/ 276 h 280"/>
              <a:gd name="T40" fmla="*/ 96 w 280"/>
              <a:gd name="T41" fmla="*/ 276 h 280"/>
              <a:gd name="T42" fmla="*/ 0 w 280"/>
              <a:gd name="T43" fmla="*/ 275 h 280"/>
              <a:gd name="T44" fmla="*/ 0 w 280"/>
              <a:gd name="T45" fmla="*/ 275 h 280"/>
              <a:gd name="T46" fmla="*/ 96 w 280"/>
              <a:gd name="T47" fmla="*/ 275 h 280"/>
              <a:gd name="T48" fmla="*/ 96 w 280"/>
              <a:gd name="T49" fmla="*/ 274 h 280"/>
              <a:gd name="T50" fmla="*/ 96 w 280"/>
              <a:gd name="T51" fmla="*/ 274 h 280"/>
              <a:gd name="T52" fmla="*/ 96 w 280"/>
              <a:gd name="T53" fmla="*/ 274 h 280"/>
              <a:gd name="T54" fmla="*/ 0 w 280"/>
              <a:gd name="T55" fmla="*/ 274 h 280"/>
              <a:gd name="T56" fmla="*/ 0 w 280"/>
              <a:gd name="T57" fmla="*/ 274 h 280"/>
              <a:gd name="T58" fmla="*/ 96 w 280"/>
              <a:gd name="T59" fmla="*/ 274 h 280"/>
              <a:gd name="T60" fmla="*/ 0 w 280"/>
              <a:gd name="T61" fmla="*/ 273 h 280"/>
              <a:gd name="T62" fmla="*/ 0 w 280"/>
              <a:gd name="T63" fmla="*/ 273 h 280"/>
              <a:gd name="T64" fmla="*/ 96 w 280"/>
              <a:gd name="T65" fmla="*/ 273 h 280"/>
              <a:gd name="T66" fmla="*/ 96 w 280"/>
              <a:gd name="T67" fmla="*/ 272 h 280"/>
              <a:gd name="T68" fmla="*/ 96 w 280"/>
              <a:gd name="T69" fmla="*/ 272 h 280"/>
              <a:gd name="T70" fmla="*/ 96 w 280"/>
              <a:gd name="T71" fmla="*/ 272 h 280"/>
              <a:gd name="T72" fmla="*/ 97 w 280"/>
              <a:gd name="T73" fmla="*/ 271 h 280"/>
              <a:gd name="T74" fmla="*/ 97 w 280"/>
              <a:gd name="T75" fmla="*/ 271 h 280"/>
              <a:gd name="T76" fmla="*/ 0 w 280"/>
              <a:gd name="T77" fmla="*/ 273 h 280"/>
              <a:gd name="T78" fmla="*/ 172 w 280"/>
              <a:gd name="T79" fmla="*/ 131 h 280"/>
              <a:gd name="T80" fmla="*/ 280 w 280"/>
              <a:gd name="T81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80" h="280">
                <a:moveTo>
                  <a:pt x="0" y="279"/>
                </a:moveTo>
                <a:cubicBezTo>
                  <a:pt x="0" y="279"/>
                  <a:pt x="0" y="280"/>
                  <a:pt x="0" y="280"/>
                </a:cubicBezTo>
                <a:cubicBezTo>
                  <a:pt x="0" y="280"/>
                  <a:pt x="0" y="279"/>
                  <a:pt x="0" y="279"/>
                </a:cubicBezTo>
                <a:moveTo>
                  <a:pt x="96" y="279"/>
                </a:moveTo>
                <a:cubicBezTo>
                  <a:pt x="96" y="279"/>
                  <a:pt x="96" y="280"/>
                  <a:pt x="96" y="280"/>
                </a:cubicBezTo>
                <a:cubicBezTo>
                  <a:pt x="96" y="280"/>
                  <a:pt x="96" y="280"/>
                  <a:pt x="96" y="280"/>
                </a:cubicBezTo>
                <a:cubicBezTo>
                  <a:pt x="96" y="279"/>
                  <a:pt x="96" y="279"/>
                  <a:pt x="96" y="279"/>
                </a:cubicBezTo>
                <a:moveTo>
                  <a:pt x="0" y="279"/>
                </a:moveTo>
                <a:cubicBezTo>
                  <a:pt x="0" y="279"/>
                  <a:pt x="0" y="279"/>
                  <a:pt x="0" y="279"/>
                </a:cubicBezTo>
                <a:cubicBezTo>
                  <a:pt x="0" y="279"/>
                  <a:pt x="0" y="279"/>
                  <a:pt x="0" y="279"/>
                </a:cubicBezTo>
                <a:moveTo>
                  <a:pt x="96" y="279"/>
                </a:moveTo>
                <a:cubicBezTo>
                  <a:pt x="96" y="279"/>
                  <a:pt x="96" y="279"/>
                  <a:pt x="96" y="279"/>
                </a:cubicBezTo>
                <a:cubicBezTo>
                  <a:pt x="96" y="279"/>
                  <a:pt x="96" y="279"/>
                  <a:pt x="96" y="279"/>
                </a:cubicBezTo>
                <a:moveTo>
                  <a:pt x="0" y="278"/>
                </a:moveTo>
                <a:cubicBezTo>
                  <a:pt x="0" y="278"/>
                  <a:pt x="0" y="278"/>
                  <a:pt x="0" y="278"/>
                </a:cubicBezTo>
                <a:cubicBezTo>
                  <a:pt x="0" y="278"/>
                  <a:pt x="0" y="278"/>
                  <a:pt x="0" y="278"/>
                </a:cubicBezTo>
                <a:moveTo>
                  <a:pt x="96" y="278"/>
                </a:moveTo>
                <a:cubicBezTo>
                  <a:pt x="96" y="278"/>
                  <a:pt x="96" y="278"/>
                  <a:pt x="96" y="278"/>
                </a:cubicBezTo>
                <a:cubicBezTo>
                  <a:pt x="96" y="278"/>
                  <a:pt x="96" y="278"/>
                  <a:pt x="96" y="278"/>
                </a:cubicBezTo>
                <a:moveTo>
                  <a:pt x="0" y="278"/>
                </a:moveTo>
                <a:cubicBezTo>
                  <a:pt x="0" y="278"/>
                  <a:pt x="0" y="278"/>
                  <a:pt x="0" y="278"/>
                </a:cubicBezTo>
                <a:cubicBezTo>
                  <a:pt x="0" y="278"/>
                  <a:pt x="0" y="278"/>
                  <a:pt x="0" y="278"/>
                </a:cubicBezTo>
                <a:moveTo>
                  <a:pt x="96" y="277"/>
                </a:moveTo>
                <a:cubicBezTo>
                  <a:pt x="96" y="278"/>
                  <a:pt x="96" y="278"/>
                  <a:pt x="96" y="278"/>
                </a:cubicBezTo>
                <a:cubicBezTo>
                  <a:pt x="96" y="278"/>
                  <a:pt x="96" y="278"/>
                  <a:pt x="96" y="277"/>
                </a:cubicBezTo>
                <a:moveTo>
                  <a:pt x="0" y="277"/>
                </a:moveTo>
                <a:cubicBezTo>
                  <a:pt x="0" y="277"/>
                  <a:pt x="0" y="277"/>
                  <a:pt x="0" y="277"/>
                </a:cubicBezTo>
                <a:cubicBezTo>
                  <a:pt x="0" y="277"/>
                  <a:pt x="0" y="277"/>
                  <a:pt x="0" y="277"/>
                </a:cubicBezTo>
                <a:moveTo>
                  <a:pt x="96" y="277"/>
                </a:moveTo>
                <a:cubicBezTo>
                  <a:pt x="96" y="277"/>
                  <a:pt x="96" y="277"/>
                  <a:pt x="96" y="277"/>
                </a:cubicBezTo>
                <a:cubicBezTo>
                  <a:pt x="96" y="277"/>
                  <a:pt x="96" y="277"/>
                  <a:pt x="96" y="277"/>
                </a:cubicBezTo>
                <a:moveTo>
                  <a:pt x="0" y="276"/>
                </a:moveTo>
                <a:cubicBezTo>
                  <a:pt x="0" y="277"/>
                  <a:pt x="0" y="277"/>
                  <a:pt x="0" y="277"/>
                </a:cubicBezTo>
                <a:cubicBezTo>
                  <a:pt x="0" y="277"/>
                  <a:pt x="0" y="277"/>
                  <a:pt x="0" y="276"/>
                </a:cubicBezTo>
                <a:moveTo>
                  <a:pt x="96" y="276"/>
                </a:moveTo>
                <a:cubicBezTo>
                  <a:pt x="96" y="276"/>
                  <a:pt x="96" y="276"/>
                  <a:pt x="96" y="277"/>
                </a:cubicBezTo>
                <a:cubicBezTo>
                  <a:pt x="96" y="276"/>
                  <a:pt x="96" y="276"/>
                  <a:pt x="96" y="276"/>
                </a:cubicBezTo>
                <a:moveTo>
                  <a:pt x="0" y="276"/>
                </a:moveTo>
                <a:cubicBezTo>
                  <a:pt x="0" y="276"/>
                  <a:pt x="0" y="276"/>
                  <a:pt x="0" y="276"/>
                </a:cubicBezTo>
                <a:cubicBezTo>
                  <a:pt x="0" y="276"/>
                  <a:pt x="0" y="276"/>
                  <a:pt x="0" y="276"/>
                </a:cubicBezTo>
                <a:moveTo>
                  <a:pt x="96" y="276"/>
                </a:moveTo>
                <a:cubicBezTo>
                  <a:pt x="96" y="276"/>
                  <a:pt x="96" y="276"/>
                  <a:pt x="96" y="276"/>
                </a:cubicBezTo>
                <a:cubicBezTo>
                  <a:pt x="96" y="276"/>
                  <a:pt x="96" y="276"/>
                  <a:pt x="96" y="276"/>
                </a:cubicBezTo>
                <a:moveTo>
                  <a:pt x="0" y="275"/>
                </a:moveTo>
                <a:cubicBezTo>
                  <a:pt x="0" y="276"/>
                  <a:pt x="0" y="276"/>
                  <a:pt x="0" y="276"/>
                </a:cubicBezTo>
                <a:cubicBezTo>
                  <a:pt x="0" y="276"/>
                  <a:pt x="0" y="276"/>
                  <a:pt x="0" y="275"/>
                </a:cubicBezTo>
                <a:moveTo>
                  <a:pt x="96" y="275"/>
                </a:moveTo>
                <a:cubicBezTo>
                  <a:pt x="96" y="275"/>
                  <a:pt x="96" y="275"/>
                  <a:pt x="96" y="275"/>
                </a:cubicBezTo>
                <a:cubicBezTo>
                  <a:pt x="96" y="275"/>
                  <a:pt x="96" y="275"/>
                  <a:pt x="96" y="275"/>
                </a:cubicBezTo>
                <a:moveTo>
                  <a:pt x="96" y="274"/>
                </a:moveTo>
                <a:cubicBezTo>
                  <a:pt x="96" y="275"/>
                  <a:pt x="96" y="275"/>
                  <a:pt x="96" y="275"/>
                </a:cubicBezTo>
                <a:cubicBezTo>
                  <a:pt x="96" y="275"/>
                  <a:pt x="96" y="275"/>
                  <a:pt x="96" y="274"/>
                </a:cubicBezTo>
                <a:moveTo>
                  <a:pt x="96" y="274"/>
                </a:moveTo>
                <a:cubicBezTo>
                  <a:pt x="96" y="274"/>
                  <a:pt x="96" y="274"/>
                  <a:pt x="96" y="274"/>
                </a:cubicBezTo>
                <a:cubicBezTo>
                  <a:pt x="96" y="274"/>
                  <a:pt x="96" y="274"/>
                  <a:pt x="96" y="274"/>
                </a:cubicBezTo>
                <a:moveTo>
                  <a:pt x="0" y="274"/>
                </a:moveTo>
                <a:cubicBezTo>
                  <a:pt x="0" y="274"/>
                  <a:pt x="0" y="275"/>
                  <a:pt x="0" y="275"/>
                </a:cubicBezTo>
                <a:cubicBezTo>
                  <a:pt x="0" y="275"/>
                  <a:pt x="0" y="274"/>
                  <a:pt x="0" y="274"/>
                </a:cubicBezTo>
                <a:moveTo>
                  <a:pt x="96" y="273"/>
                </a:moveTo>
                <a:cubicBezTo>
                  <a:pt x="96" y="273"/>
                  <a:pt x="96" y="274"/>
                  <a:pt x="96" y="274"/>
                </a:cubicBezTo>
                <a:cubicBezTo>
                  <a:pt x="96" y="274"/>
                  <a:pt x="96" y="273"/>
                  <a:pt x="96" y="273"/>
                </a:cubicBezTo>
                <a:moveTo>
                  <a:pt x="0" y="273"/>
                </a:moveTo>
                <a:cubicBezTo>
                  <a:pt x="0" y="273"/>
                  <a:pt x="0" y="273"/>
                  <a:pt x="0" y="274"/>
                </a:cubicBezTo>
                <a:cubicBezTo>
                  <a:pt x="0" y="273"/>
                  <a:pt x="0" y="273"/>
                  <a:pt x="0" y="273"/>
                </a:cubicBezTo>
                <a:moveTo>
                  <a:pt x="96" y="273"/>
                </a:moveTo>
                <a:cubicBezTo>
                  <a:pt x="96" y="273"/>
                  <a:pt x="96" y="273"/>
                  <a:pt x="96" y="273"/>
                </a:cubicBezTo>
                <a:cubicBezTo>
                  <a:pt x="96" y="273"/>
                  <a:pt x="96" y="273"/>
                  <a:pt x="96" y="273"/>
                </a:cubicBezTo>
                <a:moveTo>
                  <a:pt x="96" y="272"/>
                </a:moveTo>
                <a:cubicBezTo>
                  <a:pt x="96" y="272"/>
                  <a:pt x="96" y="272"/>
                  <a:pt x="96" y="272"/>
                </a:cubicBezTo>
                <a:cubicBezTo>
                  <a:pt x="96" y="272"/>
                  <a:pt x="96" y="272"/>
                  <a:pt x="96" y="272"/>
                </a:cubicBezTo>
                <a:moveTo>
                  <a:pt x="96" y="272"/>
                </a:moveTo>
                <a:cubicBezTo>
                  <a:pt x="96" y="272"/>
                  <a:pt x="96" y="272"/>
                  <a:pt x="96" y="272"/>
                </a:cubicBezTo>
                <a:cubicBezTo>
                  <a:pt x="96" y="272"/>
                  <a:pt x="96" y="272"/>
                  <a:pt x="96" y="272"/>
                </a:cubicBezTo>
                <a:moveTo>
                  <a:pt x="97" y="271"/>
                </a:moveTo>
                <a:cubicBezTo>
                  <a:pt x="97" y="271"/>
                  <a:pt x="97" y="271"/>
                  <a:pt x="97" y="271"/>
                </a:cubicBezTo>
                <a:cubicBezTo>
                  <a:pt x="97" y="271"/>
                  <a:pt x="97" y="271"/>
                  <a:pt x="97" y="271"/>
                </a:cubicBezTo>
                <a:moveTo>
                  <a:pt x="280" y="0"/>
                </a:moveTo>
                <a:cubicBezTo>
                  <a:pt x="128" y="0"/>
                  <a:pt x="4" y="121"/>
                  <a:pt x="0" y="273"/>
                </a:cubicBezTo>
                <a:cubicBezTo>
                  <a:pt x="2" y="182"/>
                  <a:pt x="47" y="102"/>
                  <a:pt x="116" y="53"/>
                </a:cubicBezTo>
                <a:cubicBezTo>
                  <a:pt x="172" y="131"/>
                  <a:pt x="172" y="131"/>
                  <a:pt x="172" y="131"/>
                </a:cubicBezTo>
                <a:cubicBezTo>
                  <a:pt x="203" y="109"/>
                  <a:pt x="240" y="96"/>
                  <a:pt x="280" y="96"/>
                </a:cubicBezTo>
                <a:cubicBezTo>
                  <a:pt x="280" y="0"/>
                  <a:pt x="280" y="0"/>
                  <a:pt x="280" y="0"/>
                </a:cubicBezTo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1E6D46D1-6BDC-B945-A46A-687D8A881D8A}"/>
              </a:ext>
            </a:extLst>
          </p:cNvPr>
          <p:cNvSpPr>
            <a:spLocks/>
          </p:cNvSpPr>
          <p:nvPr/>
        </p:nvSpPr>
        <p:spPr bwMode="auto">
          <a:xfrm>
            <a:off x="1458260" y="4144312"/>
            <a:ext cx="1788866" cy="1790324"/>
          </a:xfrm>
          <a:custGeom>
            <a:avLst/>
            <a:gdLst>
              <a:gd name="T0" fmla="*/ 280 w 560"/>
              <a:gd name="T1" fmla="*/ 0 h 560"/>
              <a:gd name="T2" fmla="*/ 280 w 560"/>
              <a:gd name="T3" fmla="*/ 96 h 560"/>
              <a:gd name="T4" fmla="*/ 464 w 560"/>
              <a:gd name="T5" fmla="*/ 280 h 560"/>
              <a:gd name="T6" fmla="*/ 280 w 560"/>
              <a:gd name="T7" fmla="*/ 463 h 560"/>
              <a:gd name="T8" fmla="*/ 96 w 560"/>
              <a:gd name="T9" fmla="*/ 280 h 560"/>
              <a:gd name="T10" fmla="*/ 173 w 560"/>
              <a:gd name="T11" fmla="*/ 131 h 560"/>
              <a:gd name="T12" fmla="*/ 116 w 560"/>
              <a:gd name="T13" fmla="*/ 53 h 560"/>
              <a:gd name="T14" fmla="*/ 0 w 560"/>
              <a:gd name="T15" fmla="*/ 280 h 560"/>
              <a:gd name="T16" fmla="*/ 280 w 560"/>
              <a:gd name="T17" fmla="*/ 560 h 560"/>
              <a:gd name="T18" fmla="*/ 560 w 560"/>
              <a:gd name="T19" fmla="*/ 280 h 560"/>
              <a:gd name="T20" fmla="*/ 280 w 560"/>
              <a:gd name="T21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280" y="0"/>
                </a:moveTo>
                <a:cubicBezTo>
                  <a:pt x="280" y="96"/>
                  <a:pt x="280" y="96"/>
                  <a:pt x="280" y="96"/>
                </a:cubicBezTo>
                <a:cubicBezTo>
                  <a:pt x="381" y="96"/>
                  <a:pt x="464" y="178"/>
                  <a:pt x="464" y="280"/>
                </a:cubicBezTo>
                <a:cubicBezTo>
                  <a:pt x="464" y="381"/>
                  <a:pt x="381" y="463"/>
                  <a:pt x="280" y="463"/>
                </a:cubicBezTo>
                <a:cubicBezTo>
                  <a:pt x="179" y="463"/>
                  <a:pt x="96" y="381"/>
                  <a:pt x="96" y="280"/>
                </a:cubicBezTo>
                <a:cubicBezTo>
                  <a:pt x="96" y="218"/>
                  <a:pt x="126" y="164"/>
                  <a:pt x="173" y="131"/>
                </a:cubicBezTo>
                <a:cubicBezTo>
                  <a:pt x="116" y="53"/>
                  <a:pt x="116" y="53"/>
                  <a:pt x="116" y="53"/>
                </a:cubicBezTo>
                <a:cubicBezTo>
                  <a:pt x="46" y="104"/>
                  <a:pt x="0" y="186"/>
                  <a:pt x="0" y="280"/>
                </a:cubicBezTo>
                <a:cubicBezTo>
                  <a:pt x="0" y="434"/>
                  <a:pt x="125" y="560"/>
                  <a:pt x="280" y="560"/>
                </a:cubicBezTo>
                <a:cubicBezTo>
                  <a:pt x="435" y="560"/>
                  <a:pt x="560" y="434"/>
                  <a:pt x="560" y="280"/>
                </a:cubicBezTo>
                <a:cubicBezTo>
                  <a:pt x="560" y="125"/>
                  <a:pt x="435" y="0"/>
                  <a:pt x="280" y="0"/>
                </a:cubicBezTo>
              </a:path>
            </a:pathLst>
          </a:custGeom>
          <a:gradFill flip="none" rotWithShape="1">
            <a:gsLst>
              <a:gs pos="21000">
                <a:srgbClr val="00A0A0"/>
              </a:gs>
              <a:gs pos="69000">
                <a:srgbClr val="0D48CE"/>
              </a:gs>
            </a:gsLst>
            <a:lin ang="7200000" scaled="0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Freeform 19">
            <a:extLst>
              <a:ext uri="{FF2B5EF4-FFF2-40B4-BE49-F238E27FC236}">
                <a16:creationId xmlns:a16="http://schemas.microsoft.com/office/drawing/2014/main" id="{EFCC5230-DBF3-7046-927E-676D04DF8E06}"/>
              </a:ext>
            </a:extLst>
          </p:cNvPr>
          <p:cNvSpPr>
            <a:spLocks/>
          </p:cNvSpPr>
          <p:nvPr/>
        </p:nvSpPr>
        <p:spPr bwMode="auto">
          <a:xfrm>
            <a:off x="1768546" y="4451681"/>
            <a:ext cx="1169756" cy="1169756"/>
          </a:xfrm>
          <a:custGeom>
            <a:avLst/>
            <a:gdLst>
              <a:gd name="T0" fmla="*/ 183 w 366"/>
              <a:gd name="T1" fmla="*/ 0 h 366"/>
              <a:gd name="T2" fmla="*/ 183 w 366"/>
              <a:gd name="T3" fmla="*/ 184 h 366"/>
              <a:gd name="T4" fmla="*/ 76 w 366"/>
              <a:gd name="T5" fmla="*/ 35 h 366"/>
              <a:gd name="T6" fmla="*/ 0 w 366"/>
              <a:gd name="T7" fmla="*/ 183 h 366"/>
              <a:gd name="T8" fmla="*/ 183 w 366"/>
              <a:gd name="T9" fmla="*/ 366 h 366"/>
              <a:gd name="T10" fmla="*/ 366 w 366"/>
              <a:gd name="T11" fmla="*/ 183 h 366"/>
              <a:gd name="T12" fmla="*/ 183 w 366"/>
              <a:gd name="T13" fmla="*/ 0 h 366"/>
              <a:gd name="T14" fmla="*/ 183 w 366"/>
              <a:gd name="T15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6" h="366">
                <a:moveTo>
                  <a:pt x="183" y="0"/>
                </a:moveTo>
                <a:cubicBezTo>
                  <a:pt x="183" y="184"/>
                  <a:pt x="183" y="184"/>
                  <a:pt x="183" y="184"/>
                </a:cubicBezTo>
                <a:cubicBezTo>
                  <a:pt x="76" y="35"/>
                  <a:pt x="76" y="35"/>
                  <a:pt x="76" y="35"/>
                </a:cubicBezTo>
                <a:cubicBezTo>
                  <a:pt x="30" y="68"/>
                  <a:pt x="0" y="122"/>
                  <a:pt x="0" y="183"/>
                </a:cubicBezTo>
                <a:cubicBezTo>
                  <a:pt x="0" y="284"/>
                  <a:pt x="82" y="366"/>
                  <a:pt x="183" y="366"/>
                </a:cubicBezTo>
                <a:cubicBezTo>
                  <a:pt x="284" y="366"/>
                  <a:pt x="366" y="284"/>
                  <a:pt x="366" y="183"/>
                </a:cubicBezTo>
                <a:cubicBezTo>
                  <a:pt x="366" y="82"/>
                  <a:pt x="284" y="0"/>
                  <a:pt x="183" y="0"/>
                </a:cubicBezTo>
                <a:cubicBezTo>
                  <a:pt x="183" y="0"/>
                  <a:pt x="183" y="0"/>
                  <a:pt x="183" y="0"/>
                </a:cubicBezTo>
              </a:path>
            </a:pathLst>
          </a:custGeom>
          <a:gradFill flip="none" rotWithShape="1">
            <a:gsLst>
              <a:gs pos="0">
                <a:srgbClr val="00A0A0">
                  <a:alpha val="50000"/>
                </a:srgbClr>
              </a:gs>
              <a:gs pos="100000">
                <a:srgbClr val="FFFFFF">
                  <a:alpha val="30000"/>
                </a:srgbClr>
              </a:gs>
            </a:gsLst>
            <a:lin ang="18900000" scaled="1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72F0689C-CA40-DA4F-AE6B-A2EC0F52E9D7}"/>
              </a:ext>
            </a:extLst>
          </p:cNvPr>
          <p:cNvSpPr>
            <a:spLocks/>
          </p:cNvSpPr>
          <p:nvPr/>
        </p:nvSpPr>
        <p:spPr bwMode="auto">
          <a:xfrm>
            <a:off x="7381548" y="4369076"/>
            <a:ext cx="584150" cy="1175583"/>
          </a:xfrm>
          <a:custGeom>
            <a:avLst/>
            <a:gdLst>
              <a:gd name="T0" fmla="*/ 0 w 183"/>
              <a:gd name="T1" fmla="*/ 0 h 368"/>
              <a:gd name="T2" fmla="*/ 0 w 183"/>
              <a:gd name="T3" fmla="*/ 368 h 368"/>
              <a:gd name="T4" fmla="*/ 0 w 183"/>
              <a:gd name="T5" fmla="*/ 368 h 368"/>
              <a:gd name="T6" fmla="*/ 183 w 183"/>
              <a:gd name="T7" fmla="*/ 184 h 368"/>
              <a:gd name="T8" fmla="*/ 0 w 183"/>
              <a:gd name="T9" fmla="*/ 0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3" h="368">
                <a:moveTo>
                  <a:pt x="0" y="0"/>
                </a:moveTo>
                <a:cubicBezTo>
                  <a:pt x="0" y="368"/>
                  <a:pt x="0" y="368"/>
                  <a:pt x="0" y="368"/>
                </a:cubicBezTo>
                <a:cubicBezTo>
                  <a:pt x="0" y="368"/>
                  <a:pt x="0" y="368"/>
                  <a:pt x="0" y="368"/>
                </a:cubicBezTo>
                <a:cubicBezTo>
                  <a:pt x="101" y="368"/>
                  <a:pt x="183" y="286"/>
                  <a:pt x="183" y="184"/>
                </a:cubicBezTo>
                <a:cubicBezTo>
                  <a:pt x="183" y="83"/>
                  <a:pt x="101" y="0"/>
                  <a:pt x="0" y="0"/>
                </a:cubicBezTo>
              </a:path>
            </a:pathLst>
          </a:custGeom>
          <a:gradFill flip="none" rotWithShape="1">
            <a:gsLst>
              <a:gs pos="99000">
                <a:srgbClr val="FF8000">
                  <a:alpha val="30000"/>
                </a:srgbClr>
              </a:gs>
              <a:gs pos="0">
                <a:srgbClr val="FFFFFF">
                  <a:alpha val="30000"/>
                </a:srgbClr>
              </a:gs>
            </a:gsLst>
            <a:lin ang="8100000" scaled="1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BFDE3B2B-2B48-8A4B-A141-963A0BDE9F32}"/>
              </a:ext>
            </a:extLst>
          </p:cNvPr>
          <p:cNvSpPr>
            <a:spLocks/>
          </p:cNvSpPr>
          <p:nvPr/>
        </p:nvSpPr>
        <p:spPr bwMode="auto">
          <a:xfrm>
            <a:off x="6485659" y="4061706"/>
            <a:ext cx="895890" cy="1790324"/>
          </a:xfrm>
          <a:custGeom>
            <a:avLst/>
            <a:gdLst>
              <a:gd name="T0" fmla="*/ 280 w 280"/>
              <a:gd name="T1" fmla="*/ 0 h 560"/>
              <a:gd name="T2" fmla="*/ 0 w 280"/>
              <a:gd name="T3" fmla="*/ 280 h 560"/>
              <a:gd name="T4" fmla="*/ 280 w 280"/>
              <a:gd name="T5" fmla="*/ 560 h 560"/>
              <a:gd name="T6" fmla="*/ 280 w 280"/>
              <a:gd name="T7" fmla="*/ 464 h 560"/>
              <a:gd name="T8" fmla="*/ 280 w 280"/>
              <a:gd name="T9" fmla="*/ 464 h 560"/>
              <a:gd name="T10" fmla="*/ 96 w 280"/>
              <a:gd name="T11" fmla="*/ 280 h 560"/>
              <a:gd name="T12" fmla="*/ 280 w 280"/>
              <a:gd name="T13" fmla="*/ 96 h 560"/>
              <a:gd name="T14" fmla="*/ 280 w 280"/>
              <a:gd name="T15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0" h="560">
                <a:moveTo>
                  <a:pt x="280" y="0"/>
                </a:moveTo>
                <a:cubicBezTo>
                  <a:pt x="125" y="0"/>
                  <a:pt x="0" y="125"/>
                  <a:pt x="0" y="280"/>
                </a:cubicBezTo>
                <a:cubicBezTo>
                  <a:pt x="0" y="435"/>
                  <a:pt x="125" y="560"/>
                  <a:pt x="280" y="560"/>
                </a:cubicBezTo>
                <a:cubicBezTo>
                  <a:pt x="280" y="464"/>
                  <a:pt x="280" y="464"/>
                  <a:pt x="280" y="464"/>
                </a:cubicBezTo>
                <a:cubicBezTo>
                  <a:pt x="280" y="464"/>
                  <a:pt x="280" y="464"/>
                  <a:pt x="280" y="464"/>
                </a:cubicBezTo>
                <a:cubicBezTo>
                  <a:pt x="178" y="464"/>
                  <a:pt x="96" y="382"/>
                  <a:pt x="96" y="280"/>
                </a:cubicBezTo>
                <a:cubicBezTo>
                  <a:pt x="96" y="179"/>
                  <a:pt x="178" y="96"/>
                  <a:pt x="280" y="96"/>
                </a:cubicBezTo>
                <a:cubicBezTo>
                  <a:pt x="280" y="0"/>
                  <a:pt x="280" y="0"/>
                  <a:pt x="280" y="0"/>
                </a:cubicBez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B537A68-ADD8-9644-82FD-2B924904E542}"/>
              </a:ext>
            </a:extLst>
          </p:cNvPr>
          <p:cNvSpPr>
            <a:spLocks/>
          </p:cNvSpPr>
          <p:nvPr/>
        </p:nvSpPr>
        <p:spPr bwMode="auto">
          <a:xfrm>
            <a:off x="7381548" y="4061706"/>
            <a:ext cx="894433" cy="1790324"/>
          </a:xfrm>
          <a:custGeom>
            <a:avLst/>
            <a:gdLst>
              <a:gd name="T0" fmla="*/ 0 w 280"/>
              <a:gd name="T1" fmla="*/ 0 h 560"/>
              <a:gd name="T2" fmla="*/ 0 w 280"/>
              <a:gd name="T3" fmla="*/ 96 h 560"/>
              <a:gd name="T4" fmla="*/ 183 w 280"/>
              <a:gd name="T5" fmla="*/ 280 h 560"/>
              <a:gd name="T6" fmla="*/ 0 w 280"/>
              <a:gd name="T7" fmla="*/ 464 h 560"/>
              <a:gd name="T8" fmla="*/ 0 w 280"/>
              <a:gd name="T9" fmla="*/ 560 h 560"/>
              <a:gd name="T10" fmla="*/ 280 w 280"/>
              <a:gd name="T11" fmla="*/ 280 h 560"/>
              <a:gd name="T12" fmla="*/ 0 w 280"/>
              <a:gd name="T13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0" h="560">
                <a:moveTo>
                  <a:pt x="0" y="0"/>
                </a:moveTo>
                <a:cubicBezTo>
                  <a:pt x="0" y="96"/>
                  <a:pt x="0" y="96"/>
                  <a:pt x="0" y="96"/>
                </a:cubicBezTo>
                <a:cubicBezTo>
                  <a:pt x="101" y="96"/>
                  <a:pt x="183" y="179"/>
                  <a:pt x="183" y="280"/>
                </a:cubicBezTo>
                <a:cubicBezTo>
                  <a:pt x="183" y="382"/>
                  <a:pt x="101" y="464"/>
                  <a:pt x="0" y="464"/>
                </a:cubicBezTo>
                <a:cubicBezTo>
                  <a:pt x="0" y="560"/>
                  <a:pt x="0" y="560"/>
                  <a:pt x="0" y="560"/>
                </a:cubicBezTo>
                <a:cubicBezTo>
                  <a:pt x="154" y="560"/>
                  <a:pt x="280" y="435"/>
                  <a:pt x="280" y="280"/>
                </a:cubicBezTo>
                <a:cubicBezTo>
                  <a:pt x="280" y="125"/>
                  <a:pt x="154" y="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8000"/>
              </a:gs>
              <a:gs pos="100000">
                <a:srgbClr val="E80029">
                  <a:alpha val="89804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88AE504C-F377-B243-A1C7-5EF79049904F}"/>
              </a:ext>
            </a:extLst>
          </p:cNvPr>
          <p:cNvSpPr>
            <a:spLocks noEditPoints="1"/>
          </p:cNvSpPr>
          <p:nvPr/>
        </p:nvSpPr>
        <p:spPr bwMode="auto">
          <a:xfrm>
            <a:off x="6485659" y="1806686"/>
            <a:ext cx="895890" cy="1791780"/>
          </a:xfrm>
          <a:custGeom>
            <a:avLst/>
            <a:gdLst>
              <a:gd name="T0" fmla="*/ 279 w 280"/>
              <a:gd name="T1" fmla="*/ 560 h 560"/>
              <a:gd name="T2" fmla="*/ 279 w 280"/>
              <a:gd name="T3" fmla="*/ 560 h 560"/>
              <a:gd name="T4" fmla="*/ 279 w 280"/>
              <a:gd name="T5" fmla="*/ 560 h 560"/>
              <a:gd name="T6" fmla="*/ 278 w 280"/>
              <a:gd name="T7" fmla="*/ 560 h 560"/>
              <a:gd name="T8" fmla="*/ 278 w 280"/>
              <a:gd name="T9" fmla="*/ 560 h 560"/>
              <a:gd name="T10" fmla="*/ 278 w 280"/>
              <a:gd name="T11" fmla="*/ 560 h 560"/>
              <a:gd name="T12" fmla="*/ 277 w 280"/>
              <a:gd name="T13" fmla="*/ 560 h 560"/>
              <a:gd name="T14" fmla="*/ 277 w 280"/>
              <a:gd name="T15" fmla="*/ 560 h 560"/>
              <a:gd name="T16" fmla="*/ 277 w 280"/>
              <a:gd name="T17" fmla="*/ 560 h 560"/>
              <a:gd name="T18" fmla="*/ 277 w 280"/>
              <a:gd name="T19" fmla="*/ 560 h 560"/>
              <a:gd name="T20" fmla="*/ 276 w 280"/>
              <a:gd name="T21" fmla="*/ 560 h 560"/>
              <a:gd name="T22" fmla="*/ 276 w 280"/>
              <a:gd name="T23" fmla="*/ 560 h 560"/>
              <a:gd name="T24" fmla="*/ 276 w 280"/>
              <a:gd name="T25" fmla="*/ 560 h 560"/>
              <a:gd name="T26" fmla="*/ 275 w 280"/>
              <a:gd name="T27" fmla="*/ 560 h 560"/>
              <a:gd name="T28" fmla="*/ 275 w 280"/>
              <a:gd name="T29" fmla="*/ 560 h 560"/>
              <a:gd name="T30" fmla="*/ 275 w 280"/>
              <a:gd name="T31" fmla="*/ 560 h 560"/>
              <a:gd name="T32" fmla="*/ 274 w 280"/>
              <a:gd name="T33" fmla="*/ 560 h 560"/>
              <a:gd name="T34" fmla="*/ 274 w 280"/>
              <a:gd name="T35" fmla="*/ 560 h 560"/>
              <a:gd name="T36" fmla="*/ 280 w 280"/>
              <a:gd name="T37" fmla="*/ 464 h 560"/>
              <a:gd name="T38" fmla="*/ 279 w 280"/>
              <a:gd name="T39" fmla="*/ 464 h 560"/>
              <a:gd name="T40" fmla="*/ 279 w 280"/>
              <a:gd name="T41" fmla="*/ 464 h 560"/>
              <a:gd name="T42" fmla="*/ 278 w 280"/>
              <a:gd name="T43" fmla="*/ 464 h 560"/>
              <a:gd name="T44" fmla="*/ 277 w 280"/>
              <a:gd name="T45" fmla="*/ 464 h 560"/>
              <a:gd name="T46" fmla="*/ 277 w 280"/>
              <a:gd name="T47" fmla="*/ 464 h 560"/>
              <a:gd name="T48" fmla="*/ 277 w 280"/>
              <a:gd name="T49" fmla="*/ 464 h 560"/>
              <a:gd name="T50" fmla="*/ 276 w 280"/>
              <a:gd name="T51" fmla="*/ 464 h 560"/>
              <a:gd name="T52" fmla="*/ 276 w 280"/>
              <a:gd name="T53" fmla="*/ 464 h 560"/>
              <a:gd name="T54" fmla="*/ 276 w 280"/>
              <a:gd name="T55" fmla="*/ 464 h 560"/>
              <a:gd name="T56" fmla="*/ 275 w 280"/>
              <a:gd name="T57" fmla="*/ 464 h 560"/>
              <a:gd name="T58" fmla="*/ 275 w 280"/>
              <a:gd name="T59" fmla="*/ 464 h 560"/>
              <a:gd name="T60" fmla="*/ 275 w 280"/>
              <a:gd name="T61" fmla="*/ 464 h 560"/>
              <a:gd name="T62" fmla="*/ 274 w 280"/>
              <a:gd name="T63" fmla="*/ 464 h 560"/>
              <a:gd name="T64" fmla="*/ 274 w 280"/>
              <a:gd name="T65" fmla="*/ 464 h 560"/>
              <a:gd name="T66" fmla="*/ 274 w 280"/>
              <a:gd name="T67" fmla="*/ 464 h 560"/>
              <a:gd name="T68" fmla="*/ 273 w 280"/>
              <a:gd name="T69" fmla="*/ 464 h 560"/>
              <a:gd name="T70" fmla="*/ 273 w 280"/>
              <a:gd name="T71" fmla="*/ 464 h 560"/>
              <a:gd name="T72" fmla="*/ 272 w 280"/>
              <a:gd name="T73" fmla="*/ 464 h 560"/>
              <a:gd name="T74" fmla="*/ 271 w 280"/>
              <a:gd name="T75" fmla="*/ 464 h 560"/>
              <a:gd name="T76" fmla="*/ 271 w 280"/>
              <a:gd name="T77" fmla="*/ 464 h 560"/>
              <a:gd name="T78" fmla="*/ 271 w 280"/>
              <a:gd name="T79" fmla="*/ 464 h 560"/>
              <a:gd name="T80" fmla="*/ 280 w 280"/>
              <a:gd name="T81" fmla="*/ 0 h 560"/>
              <a:gd name="T82" fmla="*/ 274 w 280"/>
              <a:gd name="T83" fmla="*/ 560 h 560"/>
              <a:gd name="T84" fmla="*/ 170 w 280"/>
              <a:gd name="T85" fmla="*/ 428 h 560"/>
              <a:gd name="T86" fmla="*/ 280 w 280"/>
              <a:gd name="T87" fmla="*/ 97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80" h="560">
                <a:moveTo>
                  <a:pt x="279" y="560"/>
                </a:moveTo>
                <a:cubicBezTo>
                  <a:pt x="279" y="560"/>
                  <a:pt x="279" y="560"/>
                  <a:pt x="279" y="560"/>
                </a:cubicBezTo>
                <a:cubicBezTo>
                  <a:pt x="279" y="560"/>
                  <a:pt x="279" y="560"/>
                  <a:pt x="279" y="560"/>
                </a:cubicBezTo>
                <a:moveTo>
                  <a:pt x="279" y="560"/>
                </a:moveTo>
                <a:cubicBezTo>
                  <a:pt x="279" y="560"/>
                  <a:pt x="279" y="560"/>
                  <a:pt x="279" y="560"/>
                </a:cubicBezTo>
                <a:cubicBezTo>
                  <a:pt x="279" y="560"/>
                  <a:pt x="279" y="560"/>
                  <a:pt x="279" y="560"/>
                </a:cubicBezTo>
                <a:moveTo>
                  <a:pt x="278" y="560"/>
                </a:moveTo>
                <a:cubicBezTo>
                  <a:pt x="278" y="560"/>
                  <a:pt x="278" y="560"/>
                  <a:pt x="278" y="560"/>
                </a:cubicBezTo>
                <a:cubicBezTo>
                  <a:pt x="278" y="560"/>
                  <a:pt x="278" y="560"/>
                  <a:pt x="278" y="560"/>
                </a:cubicBezTo>
                <a:moveTo>
                  <a:pt x="278" y="560"/>
                </a:moveTo>
                <a:cubicBezTo>
                  <a:pt x="278" y="560"/>
                  <a:pt x="278" y="560"/>
                  <a:pt x="278" y="560"/>
                </a:cubicBezTo>
                <a:cubicBezTo>
                  <a:pt x="278" y="560"/>
                  <a:pt x="278" y="560"/>
                  <a:pt x="278" y="560"/>
                </a:cubicBezTo>
                <a:moveTo>
                  <a:pt x="277" y="560"/>
                </a:moveTo>
                <a:cubicBezTo>
                  <a:pt x="277" y="560"/>
                  <a:pt x="277" y="560"/>
                  <a:pt x="277" y="560"/>
                </a:cubicBezTo>
                <a:cubicBezTo>
                  <a:pt x="277" y="560"/>
                  <a:pt x="277" y="560"/>
                  <a:pt x="277" y="560"/>
                </a:cubicBezTo>
                <a:moveTo>
                  <a:pt x="277" y="560"/>
                </a:moveTo>
                <a:cubicBezTo>
                  <a:pt x="277" y="560"/>
                  <a:pt x="277" y="560"/>
                  <a:pt x="277" y="560"/>
                </a:cubicBezTo>
                <a:cubicBezTo>
                  <a:pt x="277" y="560"/>
                  <a:pt x="277" y="560"/>
                  <a:pt x="277" y="560"/>
                </a:cubicBezTo>
                <a:moveTo>
                  <a:pt x="276" y="560"/>
                </a:moveTo>
                <a:cubicBezTo>
                  <a:pt x="276" y="560"/>
                  <a:pt x="277" y="560"/>
                  <a:pt x="277" y="560"/>
                </a:cubicBezTo>
                <a:cubicBezTo>
                  <a:pt x="277" y="560"/>
                  <a:pt x="276" y="560"/>
                  <a:pt x="276" y="560"/>
                </a:cubicBezTo>
                <a:moveTo>
                  <a:pt x="276" y="560"/>
                </a:moveTo>
                <a:cubicBezTo>
                  <a:pt x="276" y="560"/>
                  <a:pt x="276" y="560"/>
                  <a:pt x="276" y="560"/>
                </a:cubicBezTo>
                <a:cubicBezTo>
                  <a:pt x="276" y="560"/>
                  <a:pt x="276" y="560"/>
                  <a:pt x="276" y="560"/>
                </a:cubicBezTo>
                <a:moveTo>
                  <a:pt x="275" y="560"/>
                </a:moveTo>
                <a:cubicBezTo>
                  <a:pt x="275" y="560"/>
                  <a:pt x="276" y="560"/>
                  <a:pt x="276" y="560"/>
                </a:cubicBezTo>
                <a:cubicBezTo>
                  <a:pt x="276" y="560"/>
                  <a:pt x="275" y="560"/>
                  <a:pt x="275" y="560"/>
                </a:cubicBezTo>
                <a:moveTo>
                  <a:pt x="275" y="560"/>
                </a:moveTo>
                <a:cubicBezTo>
                  <a:pt x="275" y="560"/>
                  <a:pt x="275" y="560"/>
                  <a:pt x="275" y="560"/>
                </a:cubicBezTo>
                <a:cubicBezTo>
                  <a:pt x="275" y="560"/>
                  <a:pt x="275" y="560"/>
                  <a:pt x="275" y="560"/>
                </a:cubicBezTo>
                <a:moveTo>
                  <a:pt x="275" y="560"/>
                </a:moveTo>
                <a:cubicBezTo>
                  <a:pt x="275" y="560"/>
                  <a:pt x="275" y="560"/>
                  <a:pt x="275" y="560"/>
                </a:cubicBezTo>
                <a:cubicBezTo>
                  <a:pt x="275" y="560"/>
                  <a:pt x="275" y="560"/>
                  <a:pt x="275" y="560"/>
                </a:cubicBezTo>
                <a:moveTo>
                  <a:pt x="274" y="560"/>
                </a:moveTo>
                <a:cubicBezTo>
                  <a:pt x="274" y="560"/>
                  <a:pt x="274" y="560"/>
                  <a:pt x="274" y="560"/>
                </a:cubicBezTo>
                <a:cubicBezTo>
                  <a:pt x="274" y="560"/>
                  <a:pt x="274" y="560"/>
                  <a:pt x="274" y="560"/>
                </a:cubicBezTo>
                <a:moveTo>
                  <a:pt x="279" y="464"/>
                </a:moveTo>
                <a:cubicBezTo>
                  <a:pt x="279" y="464"/>
                  <a:pt x="279" y="464"/>
                  <a:pt x="280" y="464"/>
                </a:cubicBezTo>
                <a:cubicBezTo>
                  <a:pt x="279" y="464"/>
                  <a:pt x="279" y="464"/>
                  <a:pt x="279" y="464"/>
                </a:cubicBezTo>
                <a:moveTo>
                  <a:pt x="279" y="464"/>
                </a:moveTo>
                <a:cubicBezTo>
                  <a:pt x="279" y="464"/>
                  <a:pt x="279" y="464"/>
                  <a:pt x="279" y="464"/>
                </a:cubicBezTo>
                <a:cubicBezTo>
                  <a:pt x="279" y="464"/>
                  <a:pt x="279" y="464"/>
                  <a:pt x="279" y="464"/>
                </a:cubicBezTo>
                <a:moveTo>
                  <a:pt x="278" y="464"/>
                </a:moveTo>
                <a:cubicBezTo>
                  <a:pt x="278" y="464"/>
                  <a:pt x="278" y="464"/>
                  <a:pt x="278" y="464"/>
                </a:cubicBezTo>
                <a:cubicBezTo>
                  <a:pt x="278" y="464"/>
                  <a:pt x="278" y="464"/>
                  <a:pt x="278" y="464"/>
                </a:cubicBezTo>
                <a:moveTo>
                  <a:pt x="277" y="464"/>
                </a:moveTo>
                <a:cubicBezTo>
                  <a:pt x="278" y="464"/>
                  <a:pt x="278" y="464"/>
                  <a:pt x="278" y="464"/>
                </a:cubicBezTo>
                <a:cubicBezTo>
                  <a:pt x="278" y="464"/>
                  <a:pt x="278" y="464"/>
                  <a:pt x="277" y="464"/>
                </a:cubicBezTo>
                <a:moveTo>
                  <a:pt x="277" y="464"/>
                </a:moveTo>
                <a:cubicBezTo>
                  <a:pt x="277" y="464"/>
                  <a:pt x="277" y="464"/>
                  <a:pt x="277" y="464"/>
                </a:cubicBezTo>
                <a:cubicBezTo>
                  <a:pt x="277" y="464"/>
                  <a:pt x="277" y="464"/>
                  <a:pt x="277" y="464"/>
                </a:cubicBezTo>
                <a:moveTo>
                  <a:pt x="276" y="464"/>
                </a:moveTo>
                <a:cubicBezTo>
                  <a:pt x="276" y="464"/>
                  <a:pt x="276" y="464"/>
                  <a:pt x="277" y="464"/>
                </a:cubicBezTo>
                <a:cubicBezTo>
                  <a:pt x="276" y="464"/>
                  <a:pt x="276" y="464"/>
                  <a:pt x="276" y="464"/>
                </a:cubicBezTo>
                <a:moveTo>
                  <a:pt x="276" y="464"/>
                </a:moveTo>
                <a:cubicBezTo>
                  <a:pt x="276" y="464"/>
                  <a:pt x="276" y="464"/>
                  <a:pt x="276" y="464"/>
                </a:cubicBezTo>
                <a:cubicBezTo>
                  <a:pt x="276" y="464"/>
                  <a:pt x="276" y="464"/>
                  <a:pt x="276" y="464"/>
                </a:cubicBezTo>
                <a:moveTo>
                  <a:pt x="275" y="464"/>
                </a:moveTo>
                <a:cubicBezTo>
                  <a:pt x="275" y="464"/>
                  <a:pt x="275" y="464"/>
                  <a:pt x="275" y="464"/>
                </a:cubicBezTo>
                <a:cubicBezTo>
                  <a:pt x="275" y="464"/>
                  <a:pt x="275" y="464"/>
                  <a:pt x="275" y="464"/>
                </a:cubicBezTo>
                <a:moveTo>
                  <a:pt x="274" y="464"/>
                </a:moveTo>
                <a:cubicBezTo>
                  <a:pt x="275" y="464"/>
                  <a:pt x="275" y="464"/>
                  <a:pt x="275" y="464"/>
                </a:cubicBezTo>
                <a:cubicBezTo>
                  <a:pt x="275" y="464"/>
                  <a:pt x="275" y="464"/>
                  <a:pt x="274" y="464"/>
                </a:cubicBezTo>
                <a:moveTo>
                  <a:pt x="274" y="464"/>
                </a:moveTo>
                <a:cubicBezTo>
                  <a:pt x="274" y="464"/>
                  <a:pt x="274" y="464"/>
                  <a:pt x="274" y="464"/>
                </a:cubicBezTo>
                <a:cubicBezTo>
                  <a:pt x="274" y="464"/>
                  <a:pt x="274" y="464"/>
                  <a:pt x="274" y="464"/>
                </a:cubicBezTo>
                <a:moveTo>
                  <a:pt x="273" y="464"/>
                </a:moveTo>
                <a:cubicBezTo>
                  <a:pt x="273" y="464"/>
                  <a:pt x="273" y="464"/>
                  <a:pt x="274" y="464"/>
                </a:cubicBezTo>
                <a:cubicBezTo>
                  <a:pt x="273" y="464"/>
                  <a:pt x="273" y="464"/>
                  <a:pt x="273" y="464"/>
                </a:cubicBezTo>
                <a:moveTo>
                  <a:pt x="273" y="464"/>
                </a:moveTo>
                <a:cubicBezTo>
                  <a:pt x="273" y="464"/>
                  <a:pt x="273" y="464"/>
                  <a:pt x="273" y="464"/>
                </a:cubicBezTo>
                <a:cubicBezTo>
                  <a:pt x="273" y="464"/>
                  <a:pt x="273" y="464"/>
                  <a:pt x="273" y="464"/>
                </a:cubicBezTo>
                <a:moveTo>
                  <a:pt x="272" y="464"/>
                </a:moveTo>
                <a:cubicBezTo>
                  <a:pt x="272" y="464"/>
                  <a:pt x="272" y="464"/>
                  <a:pt x="272" y="464"/>
                </a:cubicBezTo>
                <a:cubicBezTo>
                  <a:pt x="272" y="464"/>
                  <a:pt x="272" y="464"/>
                  <a:pt x="272" y="464"/>
                </a:cubicBezTo>
                <a:moveTo>
                  <a:pt x="271" y="464"/>
                </a:moveTo>
                <a:cubicBezTo>
                  <a:pt x="271" y="464"/>
                  <a:pt x="271" y="464"/>
                  <a:pt x="271" y="464"/>
                </a:cubicBezTo>
                <a:cubicBezTo>
                  <a:pt x="271" y="464"/>
                  <a:pt x="271" y="464"/>
                  <a:pt x="271" y="464"/>
                </a:cubicBezTo>
                <a:moveTo>
                  <a:pt x="271" y="464"/>
                </a:moveTo>
                <a:cubicBezTo>
                  <a:pt x="271" y="464"/>
                  <a:pt x="271" y="464"/>
                  <a:pt x="271" y="464"/>
                </a:cubicBezTo>
                <a:cubicBezTo>
                  <a:pt x="271" y="464"/>
                  <a:pt x="271" y="464"/>
                  <a:pt x="271" y="464"/>
                </a:cubicBezTo>
                <a:moveTo>
                  <a:pt x="280" y="0"/>
                </a:moveTo>
                <a:cubicBezTo>
                  <a:pt x="125" y="0"/>
                  <a:pt x="0" y="126"/>
                  <a:pt x="0" y="280"/>
                </a:cubicBezTo>
                <a:cubicBezTo>
                  <a:pt x="0" y="433"/>
                  <a:pt x="122" y="557"/>
                  <a:pt x="274" y="560"/>
                </a:cubicBezTo>
                <a:cubicBezTo>
                  <a:pt x="213" y="559"/>
                  <a:pt x="156" y="538"/>
                  <a:pt x="111" y="504"/>
                </a:cubicBezTo>
                <a:cubicBezTo>
                  <a:pt x="170" y="428"/>
                  <a:pt x="170" y="428"/>
                  <a:pt x="170" y="428"/>
                </a:cubicBezTo>
                <a:cubicBezTo>
                  <a:pt x="125" y="394"/>
                  <a:pt x="96" y="341"/>
                  <a:pt x="96" y="280"/>
                </a:cubicBezTo>
                <a:cubicBezTo>
                  <a:pt x="96" y="179"/>
                  <a:pt x="178" y="97"/>
                  <a:pt x="280" y="97"/>
                </a:cubicBezTo>
                <a:cubicBezTo>
                  <a:pt x="280" y="0"/>
                  <a:pt x="280" y="0"/>
                  <a:pt x="280" y="0"/>
                </a:cubicBez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id="{35A39D17-4361-7749-8CC1-2EFD7EF01FA4}"/>
              </a:ext>
            </a:extLst>
          </p:cNvPr>
          <p:cNvSpPr>
            <a:spLocks/>
          </p:cNvSpPr>
          <p:nvPr/>
        </p:nvSpPr>
        <p:spPr bwMode="auto">
          <a:xfrm>
            <a:off x="6841101" y="1806686"/>
            <a:ext cx="1434881" cy="1791780"/>
          </a:xfrm>
          <a:custGeom>
            <a:avLst/>
            <a:gdLst>
              <a:gd name="T0" fmla="*/ 169 w 449"/>
              <a:gd name="T1" fmla="*/ 0 h 560"/>
              <a:gd name="T2" fmla="*/ 169 w 449"/>
              <a:gd name="T3" fmla="*/ 97 h 560"/>
              <a:gd name="T4" fmla="*/ 352 w 449"/>
              <a:gd name="T5" fmla="*/ 280 h 560"/>
              <a:gd name="T6" fmla="*/ 169 w 449"/>
              <a:gd name="T7" fmla="*/ 464 h 560"/>
              <a:gd name="T8" fmla="*/ 59 w 449"/>
              <a:gd name="T9" fmla="*/ 428 h 560"/>
              <a:gd name="T10" fmla="*/ 0 w 449"/>
              <a:gd name="T11" fmla="*/ 504 h 560"/>
              <a:gd name="T12" fmla="*/ 169 w 449"/>
              <a:gd name="T13" fmla="*/ 560 h 560"/>
              <a:gd name="T14" fmla="*/ 449 w 449"/>
              <a:gd name="T15" fmla="*/ 280 h 560"/>
              <a:gd name="T16" fmla="*/ 169 w 449"/>
              <a:gd name="T1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9" h="560">
                <a:moveTo>
                  <a:pt x="169" y="0"/>
                </a:moveTo>
                <a:cubicBezTo>
                  <a:pt x="169" y="97"/>
                  <a:pt x="169" y="97"/>
                  <a:pt x="169" y="97"/>
                </a:cubicBezTo>
                <a:cubicBezTo>
                  <a:pt x="270" y="97"/>
                  <a:pt x="352" y="179"/>
                  <a:pt x="352" y="280"/>
                </a:cubicBezTo>
                <a:cubicBezTo>
                  <a:pt x="352" y="382"/>
                  <a:pt x="270" y="464"/>
                  <a:pt x="169" y="464"/>
                </a:cubicBezTo>
                <a:cubicBezTo>
                  <a:pt x="128" y="464"/>
                  <a:pt x="90" y="451"/>
                  <a:pt x="59" y="428"/>
                </a:cubicBezTo>
                <a:cubicBezTo>
                  <a:pt x="0" y="504"/>
                  <a:pt x="0" y="504"/>
                  <a:pt x="0" y="504"/>
                </a:cubicBezTo>
                <a:cubicBezTo>
                  <a:pt x="47" y="539"/>
                  <a:pt x="105" y="560"/>
                  <a:pt x="169" y="560"/>
                </a:cubicBezTo>
                <a:cubicBezTo>
                  <a:pt x="323" y="560"/>
                  <a:pt x="449" y="435"/>
                  <a:pt x="449" y="280"/>
                </a:cubicBezTo>
                <a:cubicBezTo>
                  <a:pt x="449" y="126"/>
                  <a:pt x="323" y="0"/>
                  <a:pt x="169" y="0"/>
                </a:cubicBezTo>
              </a:path>
            </a:pathLst>
          </a:custGeom>
          <a:gradFill>
            <a:gsLst>
              <a:gs pos="0">
                <a:srgbClr val="FF8000"/>
              </a:gs>
              <a:gs pos="100000">
                <a:srgbClr val="E80029">
                  <a:alpha val="89804"/>
                </a:srgbClr>
              </a:gs>
            </a:gsLst>
            <a:lin ang="5400000" scaled="1"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Freeform 15">
            <a:extLst>
              <a:ext uri="{FF2B5EF4-FFF2-40B4-BE49-F238E27FC236}">
                <a16:creationId xmlns:a16="http://schemas.microsoft.com/office/drawing/2014/main" id="{8F58F187-C9ED-A34B-B6AF-94CD61D90E71}"/>
              </a:ext>
            </a:extLst>
          </p:cNvPr>
          <p:cNvSpPr>
            <a:spLocks/>
          </p:cNvSpPr>
          <p:nvPr/>
        </p:nvSpPr>
        <p:spPr bwMode="auto">
          <a:xfrm>
            <a:off x="7031933" y="2116969"/>
            <a:ext cx="933765" cy="1171212"/>
          </a:xfrm>
          <a:custGeom>
            <a:avLst/>
            <a:gdLst>
              <a:gd name="T0" fmla="*/ 110 w 292"/>
              <a:gd name="T1" fmla="*/ 0 h 366"/>
              <a:gd name="T2" fmla="*/ 109 w 292"/>
              <a:gd name="T3" fmla="*/ 1 h 366"/>
              <a:gd name="T4" fmla="*/ 109 w 292"/>
              <a:gd name="T5" fmla="*/ 188 h 366"/>
              <a:gd name="T6" fmla="*/ 0 w 292"/>
              <a:gd name="T7" fmla="*/ 330 h 366"/>
              <a:gd name="T8" fmla="*/ 110 w 292"/>
              <a:gd name="T9" fmla="*/ 366 h 366"/>
              <a:gd name="T10" fmla="*/ 248 w 292"/>
              <a:gd name="T11" fmla="*/ 303 h 366"/>
              <a:gd name="T12" fmla="*/ 292 w 292"/>
              <a:gd name="T13" fmla="*/ 183 h 366"/>
              <a:gd name="T14" fmla="*/ 248 w 292"/>
              <a:gd name="T15" fmla="*/ 64 h 366"/>
              <a:gd name="T16" fmla="*/ 110 w 292"/>
              <a:gd name="T17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2" h="366">
                <a:moveTo>
                  <a:pt x="110" y="0"/>
                </a:moveTo>
                <a:cubicBezTo>
                  <a:pt x="109" y="0"/>
                  <a:pt x="109" y="1"/>
                  <a:pt x="109" y="1"/>
                </a:cubicBezTo>
                <a:cubicBezTo>
                  <a:pt x="109" y="188"/>
                  <a:pt x="109" y="188"/>
                  <a:pt x="109" y="188"/>
                </a:cubicBezTo>
                <a:cubicBezTo>
                  <a:pt x="0" y="330"/>
                  <a:pt x="0" y="330"/>
                  <a:pt x="0" y="330"/>
                </a:cubicBezTo>
                <a:cubicBezTo>
                  <a:pt x="31" y="353"/>
                  <a:pt x="69" y="366"/>
                  <a:pt x="110" y="366"/>
                </a:cubicBezTo>
                <a:cubicBezTo>
                  <a:pt x="165" y="366"/>
                  <a:pt x="215" y="342"/>
                  <a:pt x="248" y="303"/>
                </a:cubicBezTo>
                <a:cubicBezTo>
                  <a:pt x="276" y="271"/>
                  <a:pt x="292" y="229"/>
                  <a:pt x="292" y="183"/>
                </a:cubicBezTo>
                <a:cubicBezTo>
                  <a:pt x="292" y="138"/>
                  <a:pt x="276" y="96"/>
                  <a:pt x="248" y="64"/>
                </a:cubicBezTo>
                <a:cubicBezTo>
                  <a:pt x="215" y="25"/>
                  <a:pt x="165" y="0"/>
                  <a:pt x="110" y="0"/>
                </a:cubicBezTo>
              </a:path>
            </a:pathLst>
          </a:custGeom>
          <a:gradFill flip="none" rotWithShape="1">
            <a:gsLst>
              <a:gs pos="99000">
                <a:srgbClr val="FF8000">
                  <a:alpha val="30000"/>
                </a:srgbClr>
              </a:gs>
              <a:gs pos="0">
                <a:srgbClr val="FFFFFF">
                  <a:alpha val="30000"/>
                </a:srgbClr>
              </a:gs>
            </a:gsLst>
            <a:lin ang="810000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1B1D16B9-506B-AE4A-866F-1A72DCD1B024}"/>
              </a:ext>
            </a:extLst>
          </p:cNvPr>
          <p:cNvSpPr>
            <a:spLocks/>
          </p:cNvSpPr>
          <p:nvPr/>
        </p:nvSpPr>
        <p:spPr bwMode="auto">
          <a:xfrm>
            <a:off x="7824394" y="2322369"/>
            <a:ext cx="144217" cy="763327"/>
          </a:xfrm>
          <a:custGeom>
            <a:avLst/>
            <a:gdLst>
              <a:gd name="T0" fmla="*/ 0 w 45"/>
              <a:gd name="T1" fmla="*/ 0 h 239"/>
              <a:gd name="T2" fmla="*/ 44 w 45"/>
              <a:gd name="T3" fmla="*/ 119 h 239"/>
              <a:gd name="T4" fmla="*/ 0 w 45"/>
              <a:gd name="T5" fmla="*/ 239 h 239"/>
              <a:gd name="T6" fmla="*/ 45 w 45"/>
              <a:gd name="T7" fmla="*/ 119 h 239"/>
              <a:gd name="T8" fmla="*/ 0 w 45"/>
              <a:gd name="T9" fmla="*/ 0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239">
                <a:moveTo>
                  <a:pt x="0" y="0"/>
                </a:moveTo>
                <a:cubicBezTo>
                  <a:pt x="28" y="32"/>
                  <a:pt x="44" y="74"/>
                  <a:pt x="44" y="119"/>
                </a:cubicBezTo>
                <a:cubicBezTo>
                  <a:pt x="44" y="165"/>
                  <a:pt x="28" y="207"/>
                  <a:pt x="0" y="239"/>
                </a:cubicBezTo>
                <a:cubicBezTo>
                  <a:pt x="28" y="207"/>
                  <a:pt x="45" y="165"/>
                  <a:pt x="45" y="119"/>
                </a:cubicBezTo>
                <a:cubicBezTo>
                  <a:pt x="45" y="74"/>
                  <a:pt x="28" y="32"/>
                  <a:pt x="0" y="0"/>
                </a:cubicBezTo>
              </a:path>
            </a:pathLst>
          </a:custGeom>
          <a:solidFill>
            <a:srgbClr val="E5A0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6AFBAED9-22BD-4241-86A2-6C946E055D4F}"/>
              </a:ext>
            </a:extLst>
          </p:cNvPr>
          <p:cNvSpPr>
            <a:spLocks noEditPoints="1"/>
          </p:cNvSpPr>
          <p:nvPr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9A37B2-6BD0-1942-BBB6-6358B7B99746}"/>
              </a:ext>
            </a:extLst>
          </p:cNvPr>
          <p:cNvSpPr txBox="1"/>
          <p:nvPr/>
        </p:nvSpPr>
        <p:spPr>
          <a:xfrm>
            <a:off x="3541812" y="2683520"/>
            <a:ext cx="25411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49A37B2-6BD0-1942-BBB6-6358B7B99746}"/>
              </a:ext>
            </a:extLst>
          </p:cNvPr>
          <p:cNvSpPr txBox="1"/>
          <p:nvPr/>
        </p:nvSpPr>
        <p:spPr>
          <a:xfrm>
            <a:off x="3541812" y="4918806"/>
            <a:ext cx="25411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49A37B2-6BD0-1942-BBB6-6358B7B99746}"/>
              </a:ext>
            </a:extLst>
          </p:cNvPr>
          <p:cNvSpPr txBox="1"/>
          <p:nvPr/>
        </p:nvSpPr>
        <p:spPr>
          <a:xfrm>
            <a:off x="8616280" y="2700018"/>
            <a:ext cx="25411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49A37B2-6BD0-1942-BBB6-6358B7B99746}"/>
              </a:ext>
            </a:extLst>
          </p:cNvPr>
          <p:cNvSpPr txBox="1"/>
          <p:nvPr/>
        </p:nvSpPr>
        <p:spPr>
          <a:xfrm>
            <a:off x="8628980" y="4899129"/>
            <a:ext cx="25411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kumimoji="1"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kumimoji="1"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67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2357A7-2A59-2942-B734-B8F488FE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320"/>
            <a:ext cx="406400" cy="558800"/>
          </a:xfrm>
          <a:prstGeom prst="rect">
            <a:avLst/>
          </a:prstGeom>
        </p:spPr>
      </p:pic>
      <p:sp>
        <p:nvSpPr>
          <p:cNvPr id="53" name="Freeform 20">
            <a:extLst>
              <a:ext uri="{FF2B5EF4-FFF2-40B4-BE49-F238E27FC236}">
                <a16:creationId xmlns:a16="http://schemas.microsoft.com/office/drawing/2014/main" id="{2717DB39-0EA5-974C-B0BB-78BA2F2A1F63}"/>
              </a:ext>
            </a:extLst>
          </p:cNvPr>
          <p:cNvSpPr>
            <a:spLocks/>
          </p:cNvSpPr>
          <p:nvPr/>
        </p:nvSpPr>
        <p:spPr bwMode="auto">
          <a:xfrm>
            <a:off x="0" y="5321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204DBB98-65E5-084C-ABE7-1E54913C05A9}"/>
              </a:ext>
            </a:extLst>
          </p:cNvPr>
          <p:cNvGrpSpPr/>
          <p:nvPr/>
        </p:nvGrpSpPr>
        <p:grpSpPr>
          <a:xfrm>
            <a:off x="736601" y="1993900"/>
            <a:ext cx="10595356" cy="3670299"/>
            <a:chOff x="914399" y="2267640"/>
            <a:chExt cx="10417557" cy="3396559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CE47E69-D2ED-8A48-954C-83DA4955F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112" y="2274424"/>
              <a:ext cx="10412131" cy="2735966"/>
            </a:xfrm>
            <a:custGeom>
              <a:avLst/>
              <a:gdLst>
                <a:gd name="T0" fmla="*/ 3236 w 3289"/>
                <a:gd name="T1" fmla="*/ 863 h 863"/>
                <a:gd name="T2" fmla="*/ 53 w 3289"/>
                <a:gd name="T3" fmla="*/ 863 h 863"/>
                <a:gd name="T4" fmla="*/ 0 w 3289"/>
                <a:gd name="T5" fmla="*/ 811 h 863"/>
                <a:gd name="T6" fmla="*/ 0 w 3289"/>
                <a:gd name="T7" fmla="*/ 52 h 863"/>
                <a:gd name="T8" fmla="*/ 53 w 3289"/>
                <a:gd name="T9" fmla="*/ 0 h 863"/>
                <a:gd name="T10" fmla="*/ 3236 w 3289"/>
                <a:gd name="T11" fmla="*/ 0 h 863"/>
                <a:gd name="T12" fmla="*/ 3289 w 3289"/>
                <a:gd name="T13" fmla="*/ 52 h 863"/>
                <a:gd name="T14" fmla="*/ 3289 w 3289"/>
                <a:gd name="T15" fmla="*/ 811 h 863"/>
                <a:gd name="T16" fmla="*/ 3236 w 3289"/>
                <a:gd name="T17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9" h="863">
                  <a:moveTo>
                    <a:pt x="3236" y="863"/>
                  </a:moveTo>
                  <a:cubicBezTo>
                    <a:pt x="53" y="863"/>
                    <a:pt x="53" y="863"/>
                    <a:pt x="53" y="863"/>
                  </a:cubicBezTo>
                  <a:cubicBezTo>
                    <a:pt x="23" y="863"/>
                    <a:pt x="0" y="840"/>
                    <a:pt x="0" y="81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23"/>
                    <a:pt x="23" y="0"/>
                    <a:pt x="53" y="0"/>
                  </a:cubicBezTo>
                  <a:cubicBezTo>
                    <a:pt x="3236" y="0"/>
                    <a:pt x="3236" y="0"/>
                    <a:pt x="3236" y="0"/>
                  </a:cubicBezTo>
                  <a:cubicBezTo>
                    <a:pt x="3266" y="0"/>
                    <a:pt x="3289" y="23"/>
                    <a:pt x="3289" y="52"/>
                  </a:cubicBezTo>
                  <a:cubicBezTo>
                    <a:pt x="3289" y="811"/>
                    <a:pt x="3289" y="811"/>
                    <a:pt x="3289" y="811"/>
                  </a:cubicBezTo>
                  <a:cubicBezTo>
                    <a:pt x="3289" y="840"/>
                    <a:pt x="3266" y="863"/>
                    <a:pt x="3236" y="863"/>
                  </a:cubicBezTo>
                  <a:close/>
                </a:path>
              </a:pathLst>
            </a:custGeom>
            <a:solidFill>
              <a:schemeClr val="bg1"/>
            </a:solidFill>
            <a:ln w="14288" cap="flat">
              <a:solidFill>
                <a:srgbClr val="959595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DDB091A7-40A0-C746-AA85-E469F668AAEE}"/>
                </a:ext>
              </a:extLst>
            </p:cNvPr>
            <p:cNvSpPr/>
            <p:nvPr/>
          </p:nvSpPr>
          <p:spPr>
            <a:xfrm>
              <a:off x="1116885" y="2755263"/>
              <a:ext cx="3054239" cy="1243004"/>
            </a:xfrm>
            <a:prstGeom prst="roundRect">
              <a:avLst>
                <a:gd name="adj" fmla="val 6966"/>
              </a:avLst>
            </a:prstGeom>
            <a:gradFill flip="none" rotWithShape="1">
              <a:gsLst>
                <a:gs pos="100000">
                  <a:srgbClr val="00A0A0"/>
                </a:gs>
                <a:gs pos="0">
                  <a:srgbClr val="0D48CE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6C0D365A-B18C-C84E-B42E-B2289543D716}"/>
                </a:ext>
              </a:extLst>
            </p:cNvPr>
            <p:cNvSpPr/>
            <p:nvPr/>
          </p:nvSpPr>
          <p:spPr>
            <a:xfrm>
              <a:off x="1191492" y="2818447"/>
              <a:ext cx="1439986" cy="327063"/>
            </a:xfrm>
            <a:prstGeom prst="roundRect">
              <a:avLst>
                <a:gd name="adj" fmla="val 236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E3993281-85C8-844A-81AB-F69A0C26FFD5}"/>
                </a:ext>
              </a:extLst>
            </p:cNvPr>
            <p:cNvSpPr/>
            <p:nvPr/>
          </p:nvSpPr>
          <p:spPr>
            <a:xfrm>
              <a:off x="1191492" y="3220289"/>
              <a:ext cx="1439986" cy="327063"/>
            </a:xfrm>
            <a:prstGeom prst="roundRect">
              <a:avLst>
                <a:gd name="adj" fmla="val 236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8427EA2-53B5-754F-9A29-B4FCE0B683AB}"/>
                </a:ext>
              </a:extLst>
            </p:cNvPr>
            <p:cNvSpPr/>
            <p:nvPr/>
          </p:nvSpPr>
          <p:spPr>
            <a:xfrm>
              <a:off x="1191492" y="3614646"/>
              <a:ext cx="1439986" cy="327063"/>
            </a:xfrm>
            <a:prstGeom prst="roundRect">
              <a:avLst>
                <a:gd name="adj" fmla="val 236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52A0F177-4CC7-014F-8F7B-55CC37671A2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14399" y="2267640"/>
              <a:ext cx="10417557" cy="3396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BA7ACE-8974-D040-816A-1CB2DB926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112" y="4756732"/>
              <a:ext cx="10412131" cy="907467"/>
            </a:xfrm>
            <a:custGeom>
              <a:avLst/>
              <a:gdLst>
                <a:gd name="T0" fmla="*/ 3289 w 3289"/>
                <a:gd name="T1" fmla="*/ 0 h 286"/>
                <a:gd name="T2" fmla="*/ 3289 w 3289"/>
                <a:gd name="T3" fmla="*/ 81 h 286"/>
                <a:gd name="T4" fmla="*/ 0 w 3289"/>
                <a:gd name="T5" fmla="*/ 81 h 286"/>
                <a:gd name="T6" fmla="*/ 0 w 3289"/>
                <a:gd name="T7" fmla="*/ 0 h 286"/>
                <a:gd name="T8" fmla="*/ 0 w 3289"/>
                <a:gd name="T9" fmla="*/ 0 h 286"/>
                <a:gd name="T10" fmla="*/ 0 w 3289"/>
                <a:gd name="T11" fmla="*/ 234 h 286"/>
                <a:gd name="T12" fmla="*/ 53 w 3289"/>
                <a:gd name="T13" fmla="*/ 286 h 286"/>
                <a:gd name="T14" fmla="*/ 3236 w 3289"/>
                <a:gd name="T15" fmla="*/ 286 h 286"/>
                <a:gd name="T16" fmla="*/ 3289 w 3289"/>
                <a:gd name="T17" fmla="*/ 234 h 286"/>
                <a:gd name="T18" fmla="*/ 3289 w 3289"/>
                <a:gd name="T1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89" h="286">
                  <a:moveTo>
                    <a:pt x="3289" y="0"/>
                  </a:moveTo>
                  <a:cubicBezTo>
                    <a:pt x="3289" y="81"/>
                    <a:pt x="3289" y="81"/>
                    <a:pt x="3289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63"/>
                    <a:pt x="23" y="286"/>
                    <a:pt x="53" y="286"/>
                  </a:cubicBezTo>
                  <a:cubicBezTo>
                    <a:pt x="3236" y="286"/>
                    <a:pt x="3236" y="286"/>
                    <a:pt x="3236" y="286"/>
                  </a:cubicBezTo>
                  <a:cubicBezTo>
                    <a:pt x="3266" y="286"/>
                    <a:pt x="3289" y="263"/>
                    <a:pt x="3289" y="234"/>
                  </a:cubicBezTo>
                  <a:cubicBezTo>
                    <a:pt x="3289" y="0"/>
                    <a:pt x="3289" y="0"/>
                    <a:pt x="328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8000"/>
                </a:gs>
                <a:gs pos="95000">
                  <a:srgbClr val="E80029"/>
                </a:gs>
              </a:gsLst>
              <a:lin ang="0" scaled="1"/>
              <a:tileRect/>
            </a:gra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4D10E98-3799-AA4E-B6A6-3A9B57E5B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594" y="2749181"/>
              <a:ext cx="3050663" cy="1246581"/>
            </a:xfrm>
            <a:custGeom>
              <a:avLst/>
              <a:gdLst>
                <a:gd name="T0" fmla="*/ 935 w 964"/>
                <a:gd name="T1" fmla="*/ 393 h 393"/>
                <a:gd name="T2" fmla="*/ 29 w 964"/>
                <a:gd name="T3" fmla="*/ 393 h 393"/>
                <a:gd name="T4" fmla="*/ 0 w 964"/>
                <a:gd name="T5" fmla="*/ 364 h 393"/>
                <a:gd name="T6" fmla="*/ 0 w 964"/>
                <a:gd name="T7" fmla="*/ 29 h 393"/>
                <a:gd name="T8" fmla="*/ 29 w 964"/>
                <a:gd name="T9" fmla="*/ 0 h 393"/>
                <a:gd name="T10" fmla="*/ 935 w 964"/>
                <a:gd name="T11" fmla="*/ 0 h 393"/>
                <a:gd name="T12" fmla="*/ 964 w 964"/>
                <a:gd name="T13" fmla="*/ 29 h 393"/>
                <a:gd name="T14" fmla="*/ 964 w 964"/>
                <a:gd name="T15" fmla="*/ 364 h 393"/>
                <a:gd name="T16" fmla="*/ 935 w 964"/>
                <a:gd name="T17" fmla="*/ 39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4" h="393">
                  <a:moveTo>
                    <a:pt x="935" y="393"/>
                  </a:moveTo>
                  <a:cubicBezTo>
                    <a:pt x="29" y="393"/>
                    <a:pt x="29" y="393"/>
                    <a:pt x="29" y="393"/>
                  </a:cubicBezTo>
                  <a:cubicBezTo>
                    <a:pt x="13" y="393"/>
                    <a:pt x="0" y="380"/>
                    <a:pt x="0" y="364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951" y="0"/>
                    <a:pt x="964" y="13"/>
                    <a:pt x="964" y="29"/>
                  </a:cubicBezTo>
                  <a:cubicBezTo>
                    <a:pt x="964" y="364"/>
                    <a:pt x="964" y="364"/>
                    <a:pt x="964" y="364"/>
                  </a:cubicBezTo>
                  <a:cubicBezTo>
                    <a:pt x="964" y="380"/>
                    <a:pt x="951" y="393"/>
                    <a:pt x="935" y="39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0A0A0"/>
                </a:gs>
                <a:gs pos="0">
                  <a:srgbClr val="0D48CE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0096ADD0-BC02-4144-A1AE-1F3A8721F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20" y="5148788"/>
              <a:ext cx="3205179" cy="39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结构图大标题正文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B760DA83-0BBC-5248-B004-9F1B7017D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112" y="4497649"/>
              <a:ext cx="10412131" cy="516809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0DAA9B2-272C-E147-BA9C-4B8F03559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982" y="2825143"/>
              <a:ext cx="1443266" cy="333687"/>
            </a:xfrm>
            <a:custGeom>
              <a:avLst/>
              <a:gdLst>
                <a:gd name="T0" fmla="*/ 431 w 456"/>
                <a:gd name="T1" fmla="*/ 105 h 105"/>
                <a:gd name="T2" fmla="*/ 24 w 456"/>
                <a:gd name="T3" fmla="*/ 105 h 105"/>
                <a:gd name="T4" fmla="*/ 0 w 456"/>
                <a:gd name="T5" fmla="*/ 81 h 105"/>
                <a:gd name="T6" fmla="*/ 0 w 456"/>
                <a:gd name="T7" fmla="*/ 24 h 105"/>
                <a:gd name="T8" fmla="*/ 24 w 456"/>
                <a:gd name="T9" fmla="*/ 0 h 105"/>
                <a:gd name="T10" fmla="*/ 431 w 456"/>
                <a:gd name="T11" fmla="*/ 0 h 105"/>
                <a:gd name="T12" fmla="*/ 456 w 456"/>
                <a:gd name="T13" fmla="*/ 24 h 105"/>
                <a:gd name="T14" fmla="*/ 456 w 456"/>
                <a:gd name="T15" fmla="*/ 81 h 105"/>
                <a:gd name="T16" fmla="*/ 431 w 456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6" h="105">
                  <a:moveTo>
                    <a:pt x="431" y="105"/>
                  </a:moveTo>
                  <a:cubicBezTo>
                    <a:pt x="24" y="105"/>
                    <a:pt x="24" y="105"/>
                    <a:pt x="24" y="105"/>
                  </a:cubicBezTo>
                  <a:cubicBezTo>
                    <a:pt x="11" y="105"/>
                    <a:pt x="0" y="94"/>
                    <a:pt x="0" y="8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445" y="0"/>
                    <a:pt x="456" y="11"/>
                    <a:pt x="456" y="24"/>
                  </a:cubicBezTo>
                  <a:cubicBezTo>
                    <a:pt x="456" y="81"/>
                    <a:pt x="456" y="81"/>
                    <a:pt x="456" y="81"/>
                  </a:cubicBezTo>
                  <a:cubicBezTo>
                    <a:pt x="456" y="94"/>
                    <a:pt x="445" y="105"/>
                    <a:pt x="431" y="1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E690DE3-A953-1D47-A7DF-843F2AED8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982" y="3218514"/>
              <a:ext cx="1443266" cy="333687"/>
            </a:xfrm>
            <a:custGeom>
              <a:avLst/>
              <a:gdLst>
                <a:gd name="T0" fmla="*/ 431 w 456"/>
                <a:gd name="T1" fmla="*/ 105 h 105"/>
                <a:gd name="T2" fmla="*/ 24 w 456"/>
                <a:gd name="T3" fmla="*/ 105 h 105"/>
                <a:gd name="T4" fmla="*/ 0 w 456"/>
                <a:gd name="T5" fmla="*/ 81 h 105"/>
                <a:gd name="T6" fmla="*/ 0 w 456"/>
                <a:gd name="T7" fmla="*/ 25 h 105"/>
                <a:gd name="T8" fmla="*/ 24 w 456"/>
                <a:gd name="T9" fmla="*/ 0 h 105"/>
                <a:gd name="T10" fmla="*/ 431 w 456"/>
                <a:gd name="T11" fmla="*/ 0 h 105"/>
                <a:gd name="T12" fmla="*/ 456 w 456"/>
                <a:gd name="T13" fmla="*/ 25 h 105"/>
                <a:gd name="T14" fmla="*/ 456 w 456"/>
                <a:gd name="T15" fmla="*/ 81 h 105"/>
                <a:gd name="T16" fmla="*/ 431 w 456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6" h="105">
                  <a:moveTo>
                    <a:pt x="431" y="105"/>
                  </a:moveTo>
                  <a:cubicBezTo>
                    <a:pt x="24" y="105"/>
                    <a:pt x="24" y="105"/>
                    <a:pt x="24" y="105"/>
                  </a:cubicBezTo>
                  <a:cubicBezTo>
                    <a:pt x="11" y="105"/>
                    <a:pt x="0" y="94"/>
                    <a:pt x="0" y="8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445" y="0"/>
                    <a:pt x="456" y="11"/>
                    <a:pt x="456" y="25"/>
                  </a:cubicBezTo>
                  <a:cubicBezTo>
                    <a:pt x="456" y="81"/>
                    <a:pt x="456" y="81"/>
                    <a:pt x="456" y="81"/>
                  </a:cubicBezTo>
                  <a:cubicBezTo>
                    <a:pt x="456" y="94"/>
                    <a:pt x="445" y="105"/>
                    <a:pt x="431" y="1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C42E035-6225-9A44-B8FB-ADE282EE0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982" y="3611885"/>
              <a:ext cx="1443266" cy="336400"/>
            </a:xfrm>
            <a:custGeom>
              <a:avLst/>
              <a:gdLst>
                <a:gd name="T0" fmla="*/ 431 w 456"/>
                <a:gd name="T1" fmla="*/ 106 h 106"/>
                <a:gd name="T2" fmla="*/ 24 w 456"/>
                <a:gd name="T3" fmla="*/ 106 h 106"/>
                <a:gd name="T4" fmla="*/ 0 w 456"/>
                <a:gd name="T5" fmla="*/ 81 h 106"/>
                <a:gd name="T6" fmla="*/ 0 w 456"/>
                <a:gd name="T7" fmla="*/ 25 h 106"/>
                <a:gd name="T8" fmla="*/ 24 w 456"/>
                <a:gd name="T9" fmla="*/ 0 h 106"/>
                <a:gd name="T10" fmla="*/ 431 w 456"/>
                <a:gd name="T11" fmla="*/ 0 h 106"/>
                <a:gd name="T12" fmla="*/ 456 w 456"/>
                <a:gd name="T13" fmla="*/ 25 h 106"/>
                <a:gd name="T14" fmla="*/ 456 w 456"/>
                <a:gd name="T15" fmla="*/ 81 h 106"/>
                <a:gd name="T16" fmla="*/ 431 w 456"/>
                <a:gd name="T1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6" h="106">
                  <a:moveTo>
                    <a:pt x="431" y="106"/>
                  </a:moveTo>
                  <a:cubicBezTo>
                    <a:pt x="24" y="106"/>
                    <a:pt x="24" y="106"/>
                    <a:pt x="24" y="106"/>
                  </a:cubicBezTo>
                  <a:cubicBezTo>
                    <a:pt x="11" y="106"/>
                    <a:pt x="0" y="95"/>
                    <a:pt x="0" y="8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445" y="0"/>
                    <a:pt x="456" y="11"/>
                    <a:pt x="456" y="25"/>
                  </a:cubicBezTo>
                  <a:cubicBezTo>
                    <a:pt x="456" y="81"/>
                    <a:pt x="456" y="81"/>
                    <a:pt x="456" y="81"/>
                  </a:cubicBezTo>
                  <a:cubicBezTo>
                    <a:pt x="456" y="95"/>
                    <a:pt x="445" y="106"/>
                    <a:pt x="431" y="1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A90457FB-F050-7A42-AB8B-7807CD782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170" y="2886183"/>
              <a:ext cx="979098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/>
              <a:r>
                <a:rPr lang="zh-CN" altLang="en-US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数据标题</a:t>
              </a:r>
              <a:r>
                <a:rPr lang="en-US" altLang="zh-CN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604A4947-5DE2-C54A-A55E-BFC34A6F2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170" y="3282266"/>
              <a:ext cx="1320630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/>
              <a:r>
                <a:rPr lang="zh-CN" altLang="en-US" sz="1600" dirty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lang="en-US" altLang="zh-CN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893512DF-53E7-1246-A94D-74AD4AC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170" y="3682421"/>
              <a:ext cx="936692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/>
              <a:r>
                <a:rPr lang="zh-CN" altLang="en-US" sz="1600" dirty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lang="en-US" altLang="zh-CN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E0BAA21A-0D5C-9B4C-A08D-2BCC506F8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692" y="4659068"/>
              <a:ext cx="1035960" cy="213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正文内容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20">
              <a:extLst>
                <a:ext uri="{FF2B5EF4-FFF2-40B4-BE49-F238E27FC236}">
                  <a16:creationId xmlns:a16="http://schemas.microsoft.com/office/drawing/2014/main" id="{FB3E6C1B-2D26-BD4C-B54E-812C66C8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701" y="4659067"/>
              <a:ext cx="1238318" cy="213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正文内容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4DF8E68F-DC04-E54D-AB35-4DEE1DF8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988" y="4630581"/>
              <a:ext cx="1943512" cy="29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1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小标题正文内容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2">
              <a:extLst>
                <a:ext uri="{FF2B5EF4-FFF2-40B4-BE49-F238E27FC236}">
                  <a16:creationId xmlns:a16="http://schemas.microsoft.com/office/drawing/2014/main" id="{7F028EE5-FF68-2A4D-BB7E-0D7189A17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0762" y="4659066"/>
              <a:ext cx="1388637" cy="213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正文内容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28AA259F-F9DA-384E-92E5-B5A74457B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2321" y="4659067"/>
              <a:ext cx="1095890" cy="213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正文内容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1C3A1AC9-D073-1B45-BC79-847FD13EE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176" y="2879400"/>
              <a:ext cx="1398924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600" dirty="0" smtClean="0">
                  <a:solidFill>
                    <a:srgbClr val="4D4D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数据标题</a:t>
              </a:r>
              <a:r>
                <a:rPr kumimoji="0" lang="en-US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4471D9FC-F9E5-4940-9D2F-8C6F33284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176" y="3279554"/>
              <a:ext cx="1335424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kumimoji="0" lang="en-US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529D11CD-238E-CF49-AF4F-58613CFBC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176" y="3675638"/>
              <a:ext cx="1462424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kumimoji="0" lang="en-US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C9D7779-309D-EA45-B393-51188F75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594" y="2962144"/>
              <a:ext cx="806965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内容正文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FB2E83EE-1725-8142-A11F-AF418A4DC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594" y="3284981"/>
              <a:ext cx="863691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内容正文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9B0B5262-12C8-CD46-AEC3-1CA73D8BD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594" y="3605103"/>
              <a:ext cx="806965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内容正文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501A6A32-3C16-0348-86CC-6EBE8258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5425" y="2372087"/>
              <a:ext cx="1146819" cy="313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2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数据一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BE1590EE-5757-1B43-8CF0-30392DC4E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2519" y="2388365"/>
              <a:ext cx="1136460" cy="313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</a:t>
              </a:r>
              <a:r>
                <a:rPr kumimoji="0" lang="zh-CN" altLang="en-US" sz="2200" b="1" i="0" u="none" strike="noStrike" cap="none" normalizeH="0" baseline="0" dirty="0" smtClean="0">
                  <a:ln>
                    <a:noFill/>
                  </a:ln>
                  <a:solidFill>
                    <a:srgbClr val="1A1A1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据二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846ED40C-8F24-6645-A77F-9D3F17E5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865" y="2749181"/>
              <a:ext cx="3052019" cy="1246581"/>
            </a:xfrm>
            <a:custGeom>
              <a:avLst/>
              <a:gdLst>
                <a:gd name="T0" fmla="*/ 935 w 964"/>
                <a:gd name="T1" fmla="*/ 393 h 393"/>
                <a:gd name="T2" fmla="*/ 28 w 964"/>
                <a:gd name="T3" fmla="*/ 393 h 393"/>
                <a:gd name="T4" fmla="*/ 0 w 964"/>
                <a:gd name="T5" fmla="*/ 364 h 393"/>
                <a:gd name="T6" fmla="*/ 0 w 964"/>
                <a:gd name="T7" fmla="*/ 29 h 393"/>
                <a:gd name="T8" fmla="*/ 28 w 964"/>
                <a:gd name="T9" fmla="*/ 0 h 393"/>
                <a:gd name="T10" fmla="*/ 935 w 964"/>
                <a:gd name="T11" fmla="*/ 0 h 393"/>
                <a:gd name="T12" fmla="*/ 964 w 964"/>
                <a:gd name="T13" fmla="*/ 29 h 393"/>
                <a:gd name="T14" fmla="*/ 964 w 964"/>
                <a:gd name="T15" fmla="*/ 364 h 393"/>
                <a:gd name="T16" fmla="*/ 935 w 964"/>
                <a:gd name="T17" fmla="*/ 39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4" h="393">
                  <a:moveTo>
                    <a:pt x="935" y="393"/>
                  </a:moveTo>
                  <a:cubicBezTo>
                    <a:pt x="28" y="393"/>
                    <a:pt x="28" y="393"/>
                    <a:pt x="28" y="393"/>
                  </a:cubicBezTo>
                  <a:cubicBezTo>
                    <a:pt x="12" y="393"/>
                    <a:pt x="0" y="380"/>
                    <a:pt x="0" y="364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951" y="0"/>
                    <a:pt x="964" y="13"/>
                    <a:pt x="964" y="29"/>
                  </a:cubicBezTo>
                  <a:cubicBezTo>
                    <a:pt x="964" y="364"/>
                    <a:pt x="964" y="364"/>
                    <a:pt x="964" y="364"/>
                  </a:cubicBezTo>
                  <a:cubicBezTo>
                    <a:pt x="964" y="380"/>
                    <a:pt x="951" y="393"/>
                    <a:pt x="935" y="39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0A0A0"/>
                </a:gs>
                <a:gs pos="0">
                  <a:srgbClr val="0D48CE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87F0B8B9-7ACA-9C49-B0CB-C9E1D0417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1549" y="2822430"/>
              <a:ext cx="1447335" cy="333687"/>
            </a:xfrm>
            <a:custGeom>
              <a:avLst/>
              <a:gdLst>
                <a:gd name="T0" fmla="*/ 432 w 457"/>
                <a:gd name="T1" fmla="*/ 105 h 105"/>
                <a:gd name="T2" fmla="*/ 25 w 457"/>
                <a:gd name="T3" fmla="*/ 105 h 105"/>
                <a:gd name="T4" fmla="*/ 0 w 457"/>
                <a:gd name="T5" fmla="*/ 81 h 105"/>
                <a:gd name="T6" fmla="*/ 0 w 457"/>
                <a:gd name="T7" fmla="*/ 25 h 105"/>
                <a:gd name="T8" fmla="*/ 25 w 457"/>
                <a:gd name="T9" fmla="*/ 0 h 105"/>
                <a:gd name="T10" fmla="*/ 432 w 457"/>
                <a:gd name="T11" fmla="*/ 0 h 105"/>
                <a:gd name="T12" fmla="*/ 457 w 457"/>
                <a:gd name="T13" fmla="*/ 25 h 105"/>
                <a:gd name="T14" fmla="*/ 457 w 457"/>
                <a:gd name="T15" fmla="*/ 81 h 105"/>
                <a:gd name="T16" fmla="*/ 432 w 457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7" h="105">
                  <a:moveTo>
                    <a:pt x="432" y="105"/>
                  </a:moveTo>
                  <a:cubicBezTo>
                    <a:pt x="25" y="105"/>
                    <a:pt x="25" y="105"/>
                    <a:pt x="25" y="105"/>
                  </a:cubicBezTo>
                  <a:cubicBezTo>
                    <a:pt x="11" y="105"/>
                    <a:pt x="0" y="94"/>
                    <a:pt x="0" y="8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6" y="0"/>
                    <a:pt x="457" y="11"/>
                    <a:pt x="457" y="25"/>
                  </a:cubicBezTo>
                  <a:cubicBezTo>
                    <a:pt x="457" y="81"/>
                    <a:pt x="457" y="81"/>
                    <a:pt x="457" y="81"/>
                  </a:cubicBezTo>
                  <a:cubicBezTo>
                    <a:pt x="457" y="94"/>
                    <a:pt x="446" y="105"/>
                    <a:pt x="432" y="1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FDC6E268-1119-A147-B429-F145EC037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1549" y="3215801"/>
              <a:ext cx="1447335" cy="336400"/>
            </a:xfrm>
            <a:custGeom>
              <a:avLst/>
              <a:gdLst>
                <a:gd name="T0" fmla="*/ 432 w 457"/>
                <a:gd name="T1" fmla="*/ 106 h 106"/>
                <a:gd name="T2" fmla="*/ 25 w 457"/>
                <a:gd name="T3" fmla="*/ 106 h 106"/>
                <a:gd name="T4" fmla="*/ 0 w 457"/>
                <a:gd name="T5" fmla="*/ 81 h 106"/>
                <a:gd name="T6" fmla="*/ 0 w 457"/>
                <a:gd name="T7" fmla="*/ 25 h 106"/>
                <a:gd name="T8" fmla="*/ 25 w 457"/>
                <a:gd name="T9" fmla="*/ 0 h 106"/>
                <a:gd name="T10" fmla="*/ 432 w 457"/>
                <a:gd name="T11" fmla="*/ 0 h 106"/>
                <a:gd name="T12" fmla="*/ 457 w 457"/>
                <a:gd name="T13" fmla="*/ 25 h 106"/>
                <a:gd name="T14" fmla="*/ 457 w 457"/>
                <a:gd name="T15" fmla="*/ 81 h 106"/>
                <a:gd name="T16" fmla="*/ 432 w 457"/>
                <a:gd name="T17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7" h="106">
                  <a:moveTo>
                    <a:pt x="432" y="106"/>
                  </a:moveTo>
                  <a:cubicBezTo>
                    <a:pt x="25" y="106"/>
                    <a:pt x="25" y="106"/>
                    <a:pt x="25" y="106"/>
                  </a:cubicBezTo>
                  <a:cubicBezTo>
                    <a:pt x="11" y="106"/>
                    <a:pt x="0" y="95"/>
                    <a:pt x="0" y="8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6" y="0"/>
                    <a:pt x="457" y="11"/>
                    <a:pt x="457" y="25"/>
                  </a:cubicBezTo>
                  <a:cubicBezTo>
                    <a:pt x="457" y="81"/>
                    <a:pt x="457" y="81"/>
                    <a:pt x="457" y="81"/>
                  </a:cubicBezTo>
                  <a:cubicBezTo>
                    <a:pt x="457" y="95"/>
                    <a:pt x="446" y="106"/>
                    <a:pt x="432" y="1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F7A4E33E-D6F2-D542-9265-96CA1E9A5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1549" y="3611885"/>
              <a:ext cx="1447335" cy="333687"/>
            </a:xfrm>
            <a:custGeom>
              <a:avLst/>
              <a:gdLst>
                <a:gd name="T0" fmla="*/ 432 w 457"/>
                <a:gd name="T1" fmla="*/ 105 h 105"/>
                <a:gd name="T2" fmla="*/ 25 w 457"/>
                <a:gd name="T3" fmla="*/ 105 h 105"/>
                <a:gd name="T4" fmla="*/ 0 w 457"/>
                <a:gd name="T5" fmla="*/ 80 h 105"/>
                <a:gd name="T6" fmla="*/ 0 w 457"/>
                <a:gd name="T7" fmla="*/ 24 h 105"/>
                <a:gd name="T8" fmla="*/ 25 w 457"/>
                <a:gd name="T9" fmla="*/ 0 h 105"/>
                <a:gd name="T10" fmla="*/ 432 w 457"/>
                <a:gd name="T11" fmla="*/ 0 h 105"/>
                <a:gd name="T12" fmla="*/ 457 w 457"/>
                <a:gd name="T13" fmla="*/ 24 h 105"/>
                <a:gd name="T14" fmla="*/ 457 w 457"/>
                <a:gd name="T15" fmla="*/ 80 h 105"/>
                <a:gd name="T16" fmla="*/ 432 w 457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7" h="105">
                  <a:moveTo>
                    <a:pt x="432" y="105"/>
                  </a:moveTo>
                  <a:cubicBezTo>
                    <a:pt x="25" y="105"/>
                    <a:pt x="25" y="105"/>
                    <a:pt x="25" y="105"/>
                  </a:cubicBezTo>
                  <a:cubicBezTo>
                    <a:pt x="11" y="105"/>
                    <a:pt x="0" y="94"/>
                    <a:pt x="0" y="8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6" y="0"/>
                    <a:pt x="457" y="11"/>
                    <a:pt x="457" y="24"/>
                  </a:cubicBezTo>
                  <a:cubicBezTo>
                    <a:pt x="457" y="80"/>
                    <a:pt x="457" y="80"/>
                    <a:pt x="457" y="80"/>
                  </a:cubicBezTo>
                  <a:cubicBezTo>
                    <a:pt x="457" y="94"/>
                    <a:pt x="446" y="105"/>
                    <a:pt x="432" y="1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D2F42F14-4FC1-4A49-BA48-B33E5F53B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057" y="2882114"/>
              <a:ext cx="826449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电商数据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973E03D0-CA01-DA41-B2F9-BBFD469F3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057" y="3282266"/>
              <a:ext cx="1229143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用户行为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42">
              <a:extLst>
                <a:ext uri="{FF2B5EF4-FFF2-40B4-BE49-F238E27FC236}">
                  <a16:creationId xmlns:a16="http://schemas.microsoft.com/office/drawing/2014/main" id="{1D17C10A-F081-724D-A73E-3FAFD02D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057" y="3678351"/>
              <a:ext cx="873802" cy="22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4D4D4D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论坛数据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44">
              <a:extLst>
                <a:ext uri="{FF2B5EF4-FFF2-40B4-BE49-F238E27FC236}">
                  <a16:creationId xmlns:a16="http://schemas.microsoft.com/office/drawing/2014/main" id="{2E94C891-05FD-5542-8EFE-3530EF08C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8133" y="2403285"/>
              <a:ext cx="1601477" cy="313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200" b="1" dirty="0" smtClean="0">
                  <a:solidFill>
                    <a:srgbClr val="1A1A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数据三</a:t>
              </a:r>
              <a:endPara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1A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B7958C8-9BFB-D444-A36B-4CB577ABC642}"/>
                </a:ext>
              </a:extLst>
            </p:cNvPr>
            <p:cNvGrpSpPr/>
            <p:nvPr/>
          </p:nvGrpSpPr>
          <p:grpSpPr>
            <a:xfrm>
              <a:off x="3104445" y="4052732"/>
              <a:ext cx="659236" cy="333687"/>
              <a:chOff x="3104445" y="4052732"/>
              <a:chExt cx="659236" cy="333687"/>
            </a:xfrm>
          </p:grpSpPr>
          <p:sp>
            <p:nvSpPr>
              <p:cNvPr id="47" name="Freeform 45">
                <a:extLst>
                  <a:ext uri="{FF2B5EF4-FFF2-40B4-BE49-F238E27FC236}">
                    <a16:creationId xmlns:a16="http://schemas.microsoft.com/office/drawing/2014/main" id="{C29D4F33-D2D3-1A41-B42B-79075C465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445" y="4052732"/>
                <a:ext cx="324193" cy="333687"/>
              </a:xfrm>
              <a:custGeom>
                <a:avLst/>
                <a:gdLst>
                  <a:gd name="T0" fmla="*/ 115 w 239"/>
                  <a:gd name="T1" fmla="*/ 0 h 246"/>
                  <a:gd name="T2" fmla="*/ 0 w 239"/>
                  <a:gd name="T3" fmla="*/ 246 h 246"/>
                  <a:gd name="T4" fmla="*/ 115 w 239"/>
                  <a:gd name="T5" fmla="*/ 178 h 246"/>
                  <a:gd name="T6" fmla="*/ 239 w 239"/>
                  <a:gd name="T7" fmla="*/ 246 h 246"/>
                  <a:gd name="T8" fmla="*/ 115 w 239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9" h="246">
                    <a:moveTo>
                      <a:pt x="115" y="0"/>
                    </a:moveTo>
                    <a:lnTo>
                      <a:pt x="0" y="246"/>
                    </a:lnTo>
                    <a:lnTo>
                      <a:pt x="115" y="178"/>
                    </a:lnTo>
                    <a:lnTo>
                      <a:pt x="239" y="246"/>
                    </a:lnTo>
                    <a:lnTo>
                      <a:pt x="115" y="0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54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Freeform 46">
                <a:extLst>
                  <a:ext uri="{FF2B5EF4-FFF2-40B4-BE49-F238E27FC236}">
                    <a16:creationId xmlns:a16="http://schemas.microsoft.com/office/drawing/2014/main" id="{3480FACE-230D-414F-98D6-B24537EAC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845" y="4052732"/>
                <a:ext cx="322836" cy="333687"/>
              </a:xfrm>
              <a:custGeom>
                <a:avLst/>
                <a:gdLst>
                  <a:gd name="T0" fmla="*/ 124 w 238"/>
                  <a:gd name="T1" fmla="*/ 246 h 246"/>
                  <a:gd name="T2" fmla="*/ 238 w 238"/>
                  <a:gd name="T3" fmla="*/ 0 h 246"/>
                  <a:gd name="T4" fmla="*/ 124 w 238"/>
                  <a:gd name="T5" fmla="*/ 68 h 246"/>
                  <a:gd name="T6" fmla="*/ 0 w 238"/>
                  <a:gd name="T7" fmla="*/ 0 h 246"/>
                  <a:gd name="T8" fmla="*/ 124 w 238"/>
                  <a:gd name="T9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246">
                    <a:moveTo>
                      <a:pt x="124" y="246"/>
                    </a:moveTo>
                    <a:lnTo>
                      <a:pt x="238" y="0"/>
                    </a:lnTo>
                    <a:lnTo>
                      <a:pt x="124" y="68"/>
                    </a:lnTo>
                    <a:lnTo>
                      <a:pt x="0" y="0"/>
                    </a:lnTo>
                    <a:lnTo>
                      <a:pt x="124" y="246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162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536721DB-0556-6446-B6A1-59A0D8630AED}"/>
                </a:ext>
              </a:extLst>
            </p:cNvPr>
            <p:cNvGrpSpPr/>
            <p:nvPr/>
          </p:nvGrpSpPr>
          <p:grpSpPr>
            <a:xfrm>
              <a:off x="6528048" y="4052732"/>
              <a:ext cx="659236" cy="333687"/>
              <a:chOff x="3104445" y="4052732"/>
              <a:chExt cx="659236" cy="333687"/>
            </a:xfrm>
          </p:grpSpPr>
          <p:sp>
            <p:nvSpPr>
              <p:cNvPr id="63" name="Freeform 45">
                <a:extLst>
                  <a:ext uri="{FF2B5EF4-FFF2-40B4-BE49-F238E27FC236}">
                    <a16:creationId xmlns:a16="http://schemas.microsoft.com/office/drawing/2014/main" id="{954739F2-CCE6-9D4C-A1AE-DE48B7AB4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445" y="4052732"/>
                <a:ext cx="324193" cy="333687"/>
              </a:xfrm>
              <a:custGeom>
                <a:avLst/>
                <a:gdLst>
                  <a:gd name="T0" fmla="*/ 115 w 239"/>
                  <a:gd name="T1" fmla="*/ 0 h 246"/>
                  <a:gd name="T2" fmla="*/ 0 w 239"/>
                  <a:gd name="T3" fmla="*/ 246 h 246"/>
                  <a:gd name="T4" fmla="*/ 115 w 239"/>
                  <a:gd name="T5" fmla="*/ 178 h 246"/>
                  <a:gd name="T6" fmla="*/ 239 w 239"/>
                  <a:gd name="T7" fmla="*/ 246 h 246"/>
                  <a:gd name="T8" fmla="*/ 115 w 239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9" h="246">
                    <a:moveTo>
                      <a:pt x="115" y="0"/>
                    </a:moveTo>
                    <a:lnTo>
                      <a:pt x="0" y="246"/>
                    </a:lnTo>
                    <a:lnTo>
                      <a:pt x="115" y="178"/>
                    </a:lnTo>
                    <a:lnTo>
                      <a:pt x="239" y="246"/>
                    </a:lnTo>
                    <a:lnTo>
                      <a:pt x="115" y="0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54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46">
                <a:extLst>
                  <a:ext uri="{FF2B5EF4-FFF2-40B4-BE49-F238E27FC236}">
                    <a16:creationId xmlns:a16="http://schemas.microsoft.com/office/drawing/2014/main" id="{866BA868-5C40-AE4F-830C-3BB82BDB6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845" y="4052732"/>
                <a:ext cx="322836" cy="333687"/>
              </a:xfrm>
              <a:custGeom>
                <a:avLst/>
                <a:gdLst>
                  <a:gd name="T0" fmla="*/ 124 w 238"/>
                  <a:gd name="T1" fmla="*/ 246 h 246"/>
                  <a:gd name="T2" fmla="*/ 238 w 238"/>
                  <a:gd name="T3" fmla="*/ 0 h 246"/>
                  <a:gd name="T4" fmla="*/ 124 w 238"/>
                  <a:gd name="T5" fmla="*/ 68 h 246"/>
                  <a:gd name="T6" fmla="*/ 0 w 238"/>
                  <a:gd name="T7" fmla="*/ 0 h 246"/>
                  <a:gd name="T8" fmla="*/ 124 w 238"/>
                  <a:gd name="T9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246">
                    <a:moveTo>
                      <a:pt x="124" y="246"/>
                    </a:moveTo>
                    <a:lnTo>
                      <a:pt x="238" y="0"/>
                    </a:lnTo>
                    <a:lnTo>
                      <a:pt x="124" y="68"/>
                    </a:lnTo>
                    <a:lnTo>
                      <a:pt x="0" y="0"/>
                    </a:lnTo>
                    <a:lnTo>
                      <a:pt x="124" y="246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162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7815E200-C80F-1749-9DEB-9850E75E30A4}"/>
                </a:ext>
              </a:extLst>
            </p:cNvPr>
            <p:cNvGrpSpPr/>
            <p:nvPr/>
          </p:nvGrpSpPr>
          <p:grpSpPr>
            <a:xfrm>
              <a:off x="9912424" y="4052732"/>
              <a:ext cx="659236" cy="333687"/>
              <a:chOff x="3104445" y="4052732"/>
              <a:chExt cx="659236" cy="333687"/>
            </a:xfrm>
          </p:grpSpPr>
          <p:sp>
            <p:nvSpPr>
              <p:cNvPr id="66" name="Freeform 45">
                <a:extLst>
                  <a:ext uri="{FF2B5EF4-FFF2-40B4-BE49-F238E27FC236}">
                    <a16:creationId xmlns:a16="http://schemas.microsoft.com/office/drawing/2014/main" id="{F560F02A-E61D-9A4F-B61E-684845899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445" y="4052732"/>
                <a:ext cx="324193" cy="333687"/>
              </a:xfrm>
              <a:custGeom>
                <a:avLst/>
                <a:gdLst>
                  <a:gd name="T0" fmla="*/ 115 w 239"/>
                  <a:gd name="T1" fmla="*/ 0 h 246"/>
                  <a:gd name="T2" fmla="*/ 0 w 239"/>
                  <a:gd name="T3" fmla="*/ 246 h 246"/>
                  <a:gd name="T4" fmla="*/ 115 w 239"/>
                  <a:gd name="T5" fmla="*/ 178 h 246"/>
                  <a:gd name="T6" fmla="*/ 239 w 239"/>
                  <a:gd name="T7" fmla="*/ 246 h 246"/>
                  <a:gd name="T8" fmla="*/ 115 w 239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9" h="246">
                    <a:moveTo>
                      <a:pt x="115" y="0"/>
                    </a:moveTo>
                    <a:lnTo>
                      <a:pt x="0" y="246"/>
                    </a:lnTo>
                    <a:lnTo>
                      <a:pt x="115" y="178"/>
                    </a:lnTo>
                    <a:lnTo>
                      <a:pt x="239" y="246"/>
                    </a:lnTo>
                    <a:lnTo>
                      <a:pt x="115" y="0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54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46">
                <a:extLst>
                  <a:ext uri="{FF2B5EF4-FFF2-40B4-BE49-F238E27FC236}">
                    <a16:creationId xmlns:a16="http://schemas.microsoft.com/office/drawing/2014/main" id="{C5A104EF-48BC-F942-B6EC-45F4141C3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845" y="4052732"/>
                <a:ext cx="322836" cy="333687"/>
              </a:xfrm>
              <a:custGeom>
                <a:avLst/>
                <a:gdLst>
                  <a:gd name="T0" fmla="*/ 124 w 238"/>
                  <a:gd name="T1" fmla="*/ 246 h 246"/>
                  <a:gd name="T2" fmla="*/ 238 w 238"/>
                  <a:gd name="T3" fmla="*/ 0 h 246"/>
                  <a:gd name="T4" fmla="*/ 124 w 238"/>
                  <a:gd name="T5" fmla="*/ 68 h 246"/>
                  <a:gd name="T6" fmla="*/ 0 w 238"/>
                  <a:gd name="T7" fmla="*/ 0 h 246"/>
                  <a:gd name="T8" fmla="*/ 124 w 238"/>
                  <a:gd name="T9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246">
                    <a:moveTo>
                      <a:pt x="124" y="246"/>
                    </a:moveTo>
                    <a:lnTo>
                      <a:pt x="238" y="0"/>
                    </a:lnTo>
                    <a:lnTo>
                      <a:pt x="124" y="68"/>
                    </a:lnTo>
                    <a:lnTo>
                      <a:pt x="0" y="0"/>
                    </a:lnTo>
                    <a:lnTo>
                      <a:pt x="124" y="246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00A0A0"/>
                  </a:gs>
                  <a:gs pos="0">
                    <a:srgbClr val="0D48CE"/>
                  </a:gs>
                </a:gsLst>
                <a:lin ang="16200000" scaled="1"/>
                <a:tileRect/>
              </a:gra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7" name="Freeform 5">
            <a:extLst>
              <a:ext uri="{FF2B5EF4-FFF2-40B4-BE49-F238E27FC236}">
                <a16:creationId xmlns:a16="http://schemas.microsoft.com/office/drawing/2014/main" id="{8D425D8F-78EF-C94B-B761-EA88E129592C}"/>
              </a:ext>
            </a:extLst>
          </p:cNvPr>
          <p:cNvSpPr>
            <a:spLocks noEditPoints="1"/>
          </p:cNvSpPr>
          <p:nvPr/>
        </p:nvSpPr>
        <p:spPr bwMode="auto">
          <a:xfrm>
            <a:off x="9905407" y="6368114"/>
            <a:ext cx="1616327" cy="289051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E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Rectangle 31">
            <a:extLst>
              <a:ext uri="{FF2B5EF4-FFF2-40B4-BE49-F238E27FC236}">
                <a16:creationId xmlns:a16="http://schemas.microsoft.com/office/drawing/2014/main" id="{7C9D7779-309D-EA45-B393-51188F758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024" y="2710693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id="{FB2E83EE-1725-8142-A11F-AF418A4DC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024" y="3059549"/>
            <a:ext cx="8784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33">
            <a:extLst>
              <a:ext uri="{FF2B5EF4-FFF2-40B4-BE49-F238E27FC236}">
                <a16:creationId xmlns:a16="http://schemas.microsoft.com/office/drawing/2014/main" id="{9B0B5262-12C8-CD46-AEC3-1CA73D8BD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024" y="3405471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31">
            <a:extLst>
              <a:ext uri="{FF2B5EF4-FFF2-40B4-BE49-F238E27FC236}">
                <a16:creationId xmlns:a16="http://schemas.microsoft.com/office/drawing/2014/main" id="{7C9D7779-309D-EA45-B393-51188F758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466" y="2720967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32">
            <a:extLst>
              <a:ext uri="{FF2B5EF4-FFF2-40B4-BE49-F238E27FC236}">
                <a16:creationId xmlns:a16="http://schemas.microsoft.com/office/drawing/2014/main" id="{FB2E83EE-1725-8142-A11F-AF418A4DC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466" y="3069823"/>
            <a:ext cx="8784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33">
            <a:extLst>
              <a:ext uri="{FF2B5EF4-FFF2-40B4-BE49-F238E27FC236}">
                <a16:creationId xmlns:a16="http://schemas.microsoft.com/office/drawing/2014/main" id="{9B0B5262-12C8-CD46-AEC3-1CA73D8BD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466" y="3415745"/>
            <a:ext cx="8207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内容正文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158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904F1C83-BC7F-7940-AF0F-1C34DE49EB1C}"/>
              </a:ext>
            </a:extLst>
          </p:cNvPr>
          <p:cNvSpPr txBox="1">
            <a:spLocks/>
          </p:cNvSpPr>
          <p:nvPr/>
        </p:nvSpPr>
        <p:spPr bwMode="auto">
          <a:xfrm>
            <a:off x="5730143" y="1798557"/>
            <a:ext cx="2516712" cy="74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pPr eaLnBrk="1">
              <a:defRPr/>
            </a:pPr>
            <a:r>
              <a:rPr lang="en-US" altLang="x-none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 charset="0"/>
                <a:sym typeface="Poppins Medium" charset="0"/>
              </a:rPr>
              <a:t>01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F5560FF1-6DB7-F84E-8BAB-E083B044E85F}"/>
              </a:ext>
            </a:extLst>
          </p:cNvPr>
          <p:cNvSpPr txBox="1">
            <a:spLocks/>
          </p:cNvSpPr>
          <p:nvPr/>
        </p:nvSpPr>
        <p:spPr bwMode="auto">
          <a:xfrm>
            <a:off x="9032593" y="1791952"/>
            <a:ext cx="2516712" cy="74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pPr eaLnBrk="1">
              <a:defRPr/>
            </a:pPr>
            <a:r>
              <a:rPr lang="en-US" altLang="x-none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 charset="0"/>
                <a:sym typeface="Poppins Medium" charset="0"/>
              </a:rPr>
              <a:t>02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9A2100AA-6E91-DA4F-91C1-88021ABFDB4F}"/>
              </a:ext>
            </a:extLst>
          </p:cNvPr>
          <p:cNvSpPr txBox="1">
            <a:spLocks/>
          </p:cNvSpPr>
          <p:nvPr/>
        </p:nvSpPr>
        <p:spPr bwMode="auto">
          <a:xfrm>
            <a:off x="5723128" y="3908253"/>
            <a:ext cx="2516712" cy="74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pPr eaLnBrk="1">
              <a:defRPr/>
            </a:pPr>
            <a:r>
              <a:rPr lang="en-US" altLang="x-none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 charset="0"/>
                <a:sym typeface="Poppins Medium" charset="0"/>
              </a:rPr>
              <a:t>03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9A786C1-5E42-8242-8BF5-A2A99E2D009D}"/>
              </a:ext>
            </a:extLst>
          </p:cNvPr>
          <p:cNvSpPr txBox="1">
            <a:spLocks/>
          </p:cNvSpPr>
          <p:nvPr/>
        </p:nvSpPr>
        <p:spPr bwMode="auto">
          <a:xfrm>
            <a:off x="9025578" y="3901648"/>
            <a:ext cx="2516712" cy="74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pPr eaLnBrk="1">
              <a:defRPr/>
            </a:pPr>
            <a:r>
              <a:rPr lang="en-US" altLang="x-none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 charset="0"/>
                <a:sym typeface="Poppins Medium" charset="0"/>
              </a:rPr>
              <a:t>04</a:t>
            </a:r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AFFDB92D-BA1C-494C-B850-67CC26107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952" y="2358614"/>
            <a:ext cx="869536" cy="0"/>
          </a:xfrm>
          <a:prstGeom prst="line">
            <a:avLst/>
          </a:prstGeom>
          <a:noFill/>
          <a:ln w="12700" cap="flat" cmpd="sng">
            <a:solidFill>
              <a:srgbClr val="D8DDE3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0F172BBC-1818-1848-8023-1AF63BA47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952" y="3227283"/>
            <a:ext cx="869536" cy="0"/>
          </a:xfrm>
          <a:prstGeom prst="line">
            <a:avLst/>
          </a:prstGeom>
          <a:noFill/>
          <a:ln w="12700" cap="flat" cmpd="sng">
            <a:solidFill>
              <a:srgbClr val="D8DDE3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17" name="Line 9">
            <a:extLst>
              <a:ext uri="{FF2B5EF4-FFF2-40B4-BE49-F238E27FC236}">
                <a16:creationId xmlns:a16="http://schemas.microsoft.com/office/drawing/2014/main" id="{C0826B2C-7E38-4E46-B1A7-6F591A0F4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227" y="4096819"/>
            <a:ext cx="1585624" cy="0"/>
          </a:xfrm>
          <a:prstGeom prst="line">
            <a:avLst/>
          </a:prstGeom>
          <a:noFill/>
          <a:ln w="12700" cap="flat" cmpd="sng">
            <a:solidFill>
              <a:srgbClr val="D8DDE3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70B81B7A-7BA7-B747-B599-7E018B040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6457" y="4920407"/>
            <a:ext cx="1919394" cy="0"/>
          </a:xfrm>
          <a:prstGeom prst="line">
            <a:avLst/>
          </a:prstGeom>
          <a:noFill/>
          <a:ln w="12700" cap="flat" cmpd="sng">
            <a:solidFill>
              <a:srgbClr val="D8DDE3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35897B7C-0606-9E42-ACDF-B30AFC8B0754}"/>
              </a:ext>
            </a:extLst>
          </p:cNvPr>
          <p:cNvSpPr>
            <a:spLocks/>
          </p:cNvSpPr>
          <p:nvPr/>
        </p:nvSpPr>
        <p:spPr bwMode="auto">
          <a:xfrm>
            <a:off x="648354" y="1936417"/>
            <a:ext cx="3767699" cy="81925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348" y="21600"/>
                </a:lnTo>
                <a:lnTo>
                  <a:pt x="192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3A2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algn="ctr" eaLnBrk="1">
              <a:defRPr/>
            </a:pPr>
            <a:r>
              <a:rPr lang="en-US" altLang="x-none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 charset="0"/>
                <a:sym typeface="Helvetica Light" charset="0"/>
              </a:rPr>
              <a:t> </a:t>
            </a:r>
            <a:endParaRPr lang="x-none" altLang="x-none" sz="3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0" name="AutoShape 25">
            <a:extLst>
              <a:ext uri="{FF2B5EF4-FFF2-40B4-BE49-F238E27FC236}">
                <a16:creationId xmlns:a16="http://schemas.microsoft.com/office/drawing/2014/main" id="{D9FACE33-22E6-024A-BC2C-7ACD094688AB}"/>
              </a:ext>
            </a:extLst>
          </p:cNvPr>
          <p:cNvSpPr>
            <a:spLocks/>
          </p:cNvSpPr>
          <p:nvPr/>
        </p:nvSpPr>
        <p:spPr bwMode="auto">
          <a:xfrm>
            <a:off x="1105228" y="2851034"/>
            <a:ext cx="2853949" cy="76376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890" y="21600"/>
                </a:lnTo>
                <a:lnTo>
                  <a:pt x="1871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E48CE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1" name="AutoShape 26">
            <a:extLst>
              <a:ext uri="{FF2B5EF4-FFF2-40B4-BE49-F238E27FC236}">
                <a16:creationId xmlns:a16="http://schemas.microsoft.com/office/drawing/2014/main" id="{906C8F70-64A3-4345-934E-8C08EE64A93F}"/>
              </a:ext>
            </a:extLst>
          </p:cNvPr>
          <p:cNvSpPr>
            <a:spLocks/>
          </p:cNvSpPr>
          <p:nvPr/>
        </p:nvSpPr>
        <p:spPr bwMode="auto">
          <a:xfrm>
            <a:off x="1487547" y="3614803"/>
            <a:ext cx="2089313" cy="85826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0" y="0"/>
                </a:lnTo>
                <a:close/>
                <a:moveTo>
                  <a:pt x="493" y="2394"/>
                </a:moveTo>
                <a:lnTo>
                  <a:pt x="4436" y="21600"/>
                </a:lnTo>
                <a:lnTo>
                  <a:pt x="17164" y="21600"/>
                </a:lnTo>
                <a:lnTo>
                  <a:pt x="21107" y="2394"/>
                </a:lnTo>
                <a:lnTo>
                  <a:pt x="493" y="2394"/>
                </a:lnTo>
                <a:close/>
              </a:path>
            </a:pathLst>
          </a:custGeom>
          <a:solidFill>
            <a:srgbClr val="FF7F00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2" name="AutoShape 27">
            <a:extLst>
              <a:ext uri="{FF2B5EF4-FFF2-40B4-BE49-F238E27FC236}">
                <a16:creationId xmlns:a16="http://schemas.microsoft.com/office/drawing/2014/main" id="{01FABF20-271A-5840-8403-EF9827CC2A70}"/>
              </a:ext>
            </a:extLst>
          </p:cNvPr>
          <p:cNvSpPr>
            <a:spLocks/>
          </p:cNvSpPr>
          <p:nvPr/>
        </p:nvSpPr>
        <p:spPr bwMode="auto">
          <a:xfrm>
            <a:off x="1964361" y="4568431"/>
            <a:ext cx="1135685" cy="75683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7190" y="21600"/>
                </a:lnTo>
                <a:lnTo>
                  <a:pt x="1441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3A2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algn="ctr" eaLnBrk="1">
              <a:defRPr/>
            </a:pPr>
            <a:endParaRPr lang="x-none" altLang="x-none" sz="3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3" name="Oval 54">
            <a:extLst>
              <a:ext uri="{FF2B5EF4-FFF2-40B4-BE49-F238E27FC236}">
                <a16:creationId xmlns:a16="http://schemas.microsoft.com/office/drawing/2014/main" id="{3329A46D-4527-E64E-B71A-33676363A729}"/>
              </a:ext>
            </a:extLst>
          </p:cNvPr>
          <p:cNvSpPr>
            <a:spLocks/>
          </p:cNvSpPr>
          <p:nvPr/>
        </p:nvSpPr>
        <p:spPr bwMode="auto">
          <a:xfrm>
            <a:off x="4470669" y="2174824"/>
            <a:ext cx="366714" cy="366713"/>
          </a:xfrm>
          <a:prstGeom prst="ellipse">
            <a:avLst/>
          </a:prstGeom>
          <a:solidFill>
            <a:srgbClr val="0E48CE"/>
          </a:solidFill>
          <a:ln>
            <a:noFill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/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 charset="0"/>
                <a:sym typeface="Helvetica Light" charset="0"/>
              </a:rPr>
              <a:t>04</a:t>
            </a:r>
            <a:endParaRPr lang="en-US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4" name="Oval 57">
            <a:extLst>
              <a:ext uri="{FF2B5EF4-FFF2-40B4-BE49-F238E27FC236}">
                <a16:creationId xmlns:a16="http://schemas.microsoft.com/office/drawing/2014/main" id="{C54E9416-F735-B349-8EC2-305A05756445}"/>
              </a:ext>
            </a:extLst>
          </p:cNvPr>
          <p:cNvSpPr>
            <a:spLocks/>
          </p:cNvSpPr>
          <p:nvPr/>
        </p:nvSpPr>
        <p:spPr bwMode="auto">
          <a:xfrm>
            <a:off x="4470669" y="3040892"/>
            <a:ext cx="366714" cy="366714"/>
          </a:xfrm>
          <a:prstGeom prst="ellipse">
            <a:avLst/>
          </a:prstGeom>
          <a:solidFill>
            <a:srgbClr val="0E48CE"/>
          </a:solidFill>
          <a:ln>
            <a:noFill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/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 charset="0"/>
                <a:sym typeface="Helvetica Light" charset="0"/>
              </a:rPr>
              <a:t>03</a:t>
            </a:r>
            <a:endParaRPr lang="en-US" altLang="en-US" sz="1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5" name="Oval 60">
            <a:extLst>
              <a:ext uri="{FF2B5EF4-FFF2-40B4-BE49-F238E27FC236}">
                <a16:creationId xmlns:a16="http://schemas.microsoft.com/office/drawing/2014/main" id="{93F9CCF6-90BF-AC4C-8C1D-9C0938A418AE}"/>
              </a:ext>
            </a:extLst>
          </p:cNvPr>
          <p:cNvSpPr>
            <a:spLocks/>
          </p:cNvSpPr>
          <p:nvPr/>
        </p:nvSpPr>
        <p:spPr bwMode="auto">
          <a:xfrm>
            <a:off x="4470669" y="3913029"/>
            <a:ext cx="366714" cy="366714"/>
          </a:xfrm>
          <a:prstGeom prst="ellipse">
            <a:avLst/>
          </a:prstGeom>
          <a:solidFill>
            <a:srgbClr val="0E48CE"/>
          </a:solidFill>
          <a:ln>
            <a:noFill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/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 charset="0"/>
                <a:sym typeface="Helvetica Light" charset="0"/>
              </a:rPr>
              <a:t>02</a:t>
            </a:r>
            <a:endParaRPr lang="en-US" altLang="en-US" sz="1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6" name="Oval 63">
            <a:extLst>
              <a:ext uri="{FF2B5EF4-FFF2-40B4-BE49-F238E27FC236}">
                <a16:creationId xmlns:a16="http://schemas.microsoft.com/office/drawing/2014/main" id="{4F5F7675-8D81-1F41-A1FB-81328CFC97D2}"/>
              </a:ext>
            </a:extLst>
          </p:cNvPr>
          <p:cNvSpPr>
            <a:spLocks/>
          </p:cNvSpPr>
          <p:nvPr/>
        </p:nvSpPr>
        <p:spPr bwMode="auto">
          <a:xfrm>
            <a:off x="4470669" y="4737484"/>
            <a:ext cx="366714" cy="366713"/>
          </a:xfrm>
          <a:prstGeom prst="ellipse">
            <a:avLst/>
          </a:prstGeom>
          <a:solidFill>
            <a:srgbClr val="0E48CE"/>
          </a:solidFill>
          <a:ln>
            <a:noFill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/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 charset="0"/>
                <a:sym typeface="Helvetica Light" charset="0"/>
              </a:rPr>
              <a:t>01</a:t>
            </a:r>
            <a:endParaRPr lang="en-US" altLang="en-US" sz="1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27" name="AutoShape 81">
            <a:extLst>
              <a:ext uri="{FF2B5EF4-FFF2-40B4-BE49-F238E27FC236}">
                <a16:creationId xmlns:a16="http://schemas.microsoft.com/office/drawing/2014/main" id="{AE3EA5DA-4EF2-BE41-BABF-31C313758D50}"/>
              </a:ext>
            </a:extLst>
          </p:cNvPr>
          <p:cNvSpPr>
            <a:spLocks/>
          </p:cNvSpPr>
          <p:nvPr/>
        </p:nvSpPr>
        <p:spPr bwMode="auto">
          <a:xfrm rot="5400000">
            <a:off x="2244381" y="5620890"/>
            <a:ext cx="591250" cy="591250"/>
          </a:xfrm>
          <a:prstGeom prst="rightArrow">
            <a:avLst>
              <a:gd name="adj1" fmla="val 60046"/>
              <a:gd name="adj2" fmla="val 62722"/>
            </a:avLst>
          </a:prstGeom>
          <a:solidFill>
            <a:srgbClr val="00A3A2"/>
          </a:solidFill>
          <a:ln>
            <a:noFill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/>
            <a:endParaRPr lang="en-US" altLang="en-US" sz="3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 charset="0"/>
              <a:sym typeface="Helvetica Light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05C30F-D6EE-2241-9C39-E5D289BE24FB}"/>
              </a:ext>
            </a:extLst>
          </p:cNvPr>
          <p:cNvSpPr/>
          <p:nvPr/>
        </p:nvSpPr>
        <p:spPr>
          <a:xfrm>
            <a:off x="2084003" y="2160961"/>
            <a:ext cx="896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9391720-7FCF-A84F-83D6-95F8B15099B2}"/>
              </a:ext>
            </a:extLst>
          </p:cNvPr>
          <p:cNvSpPr/>
          <p:nvPr/>
        </p:nvSpPr>
        <p:spPr>
          <a:xfrm>
            <a:off x="2079845" y="3052957"/>
            <a:ext cx="896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102A298-BC05-1A45-B2D2-FCA09FA0F5F8}"/>
              </a:ext>
            </a:extLst>
          </p:cNvPr>
          <p:cNvSpPr/>
          <p:nvPr/>
        </p:nvSpPr>
        <p:spPr>
          <a:xfrm>
            <a:off x="2090939" y="3893036"/>
            <a:ext cx="896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438AD16-4BB7-3D4B-AEED-87C907815E50}"/>
              </a:ext>
            </a:extLst>
          </p:cNvPr>
          <p:cNvSpPr/>
          <p:nvPr/>
        </p:nvSpPr>
        <p:spPr>
          <a:xfrm>
            <a:off x="2080172" y="4737484"/>
            <a:ext cx="896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806BFA-AED1-9241-A113-E27C263225EE}"/>
              </a:ext>
            </a:extLst>
          </p:cNvPr>
          <p:cNvSpPr/>
          <p:nvPr/>
        </p:nvSpPr>
        <p:spPr>
          <a:xfrm>
            <a:off x="5716113" y="2666367"/>
            <a:ext cx="2734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855DC"/>
              </a:buClr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内容内容内容内容内容内内容内容内容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A49D29-FB86-494E-987D-84CE5894E2DB}"/>
              </a:ext>
            </a:extLst>
          </p:cNvPr>
          <p:cNvSpPr/>
          <p:nvPr/>
        </p:nvSpPr>
        <p:spPr>
          <a:xfrm>
            <a:off x="9025578" y="2666367"/>
            <a:ext cx="2734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855DC"/>
              </a:buClr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内容内容内容内容内容内内容内容内容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DD7669C-B125-9847-A3F0-699C5BB3EE14}"/>
              </a:ext>
            </a:extLst>
          </p:cNvPr>
          <p:cNvSpPr/>
          <p:nvPr/>
        </p:nvSpPr>
        <p:spPr>
          <a:xfrm>
            <a:off x="5723128" y="4747646"/>
            <a:ext cx="2734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855DC"/>
              </a:buClr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内容内容内容内容内容内内容内容内容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F1D09DB-EA55-184D-AE8E-40375BBE14F8}"/>
              </a:ext>
            </a:extLst>
          </p:cNvPr>
          <p:cNvSpPr/>
          <p:nvPr/>
        </p:nvSpPr>
        <p:spPr>
          <a:xfrm>
            <a:off x="9032593" y="4747646"/>
            <a:ext cx="2734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855DC"/>
              </a:buClr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内容内容内容内容内容内内容内容内容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218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7AFD6959-0B94-2242-B4E2-1AC4097401DF}"/>
              </a:ext>
            </a:extLst>
          </p:cNvPr>
          <p:cNvSpPr/>
          <p:nvPr/>
        </p:nvSpPr>
        <p:spPr>
          <a:xfrm>
            <a:off x="2327219" y="2670487"/>
            <a:ext cx="1762953" cy="1762953"/>
          </a:xfrm>
          <a:prstGeom prst="ellipse">
            <a:avLst/>
          </a:pr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67D9EA4F-D950-2C4C-976F-F67DAA93CB08}"/>
              </a:ext>
            </a:extLst>
          </p:cNvPr>
          <p:cNvSpPr/>
          <p:nvPr/>
        </p:nvSpPr>
        <p:spPr>
          <a:xfrm>
            <a:off x="8185254" y="2670487"/>
            <a:ext cx="1762953" cy="1762953"/>
          </a:xfrm>
          <a:prstGeom prst="ellipse">
            <a:avLst/>
          </a:pr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2" name="Shape">
            <a:extLst>
              <a:ext uri="{FF2B5EF4-FFF2-40B4-BE49-F238E27FC236}">
                <a16:creationId xmlns:a16="http://schemas.microsoft.com/office/drawing/2014/main" id="{48A295BA-55D4-3448-B076-4516A3031E0A}"/>
              </a:ext>
            </a:extLst>
          </p:cNvPr>
          <p:cNvSpPr/>
          <p:nvPr/>
        </p:nvSpPr>
        <p:spPr>
          <a:xfrm>
            <a:off x="3514183" y="1721055"/>
            <a:ext cx="2758495" cy="633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118" y="0"/>
                </a:lnTo>
                <a:lnTo>
                  <a:pt x="21600" y="10922"/>
                </a:lnTo>
                <a:lnTo>
                  <a:pt x="19234" y="21600"/>
                </a:lnTo>
                <a:lnTo>
                  <a:pt x="127" y="21600"/>
                </a:lnTo>
                <a:lnTo>
                  <a:pt x="2478" y="10798"/>
                </a:lnTo>
                <a:lnTo>
                  <a:pt x="0" y="0"/>
                </a:lnTo>
                <a:close/>
              </a:path>
            </a:pathLst>
          </a:cu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FFAA6F58-AAEF-2F40-BF0D-9D891BA73A12}"/>
              </a:ext>
            </a:extLst>
          </p:cNvPr>
          <p:cNvSpPr/>
          <p:nvPr/>
        </p:nvSpPr>
        <p:spPr>
          <a:xfrm>
            <a:off x="6107078" y="1722009"/>
            <a:ext cx="2761458" cy="631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9116" y="0"/>
                </a:lnTo>
                <a:lnTo>
                  <a:pt x="21600" y="10872"/>
                </a:lnTo>
                <a:lnTo>
                  <a:pt x="19242" y="21600"/>
                </a:lnTo>
                <a:lnTo>
                  <a:pt x="127" y="21600"/>
                </a:lnTo>
                <a:lnTo>
                  <a:pt x="2468" y="10820"/>
                </a:lnTo>
                <a:lnTo>
                  <a:pt x="0" y="0"/>
                </a:lnTo>
                <a:close/>
              </a:path>
            </a:pathLst>
          </a:cu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</a:t>
            </a:r>
            <a:endParaRPr sz="1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Shape">
            <a:extLst>
              <a:ext uri="{FF2B5EF4-FFF2-40B4-BE49-F238E27FC236}">
                <a16:creationId xmlns:a16="http://schemas.microsoft.com/office/drawing/2014/main" id="{49F5926C-F1C3-8240-9AE5-31548393BA8E}"/>
              </a:ext>
            </a:extLst>
          </p:cNvPr>
          <p:cNvSpPr/>
          <p:nvPr/>
        </p:nvSpPr>
        <p:spPr>
          <a:xfrm>
            <a:off x="8593012" y="1721284"/>
            <a:ext cx="2307443" cy="3665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72" h="21600" extrusionOk="0">
                <a:moveTo>
                  <a:pt x="991" y="0"/>
                </a:moveTo>
                <a:lnTo>
                  <a:pt x="4744" y="0"/>
                </a:lnTo>
                <a:cubicBezTo>
                  <a:pt x="8724" y="71"/>
                  <a:pt x="12395" y="1052"/>
                  <a:pt x="15230" y="2659"/>
                </a:cubicBezTo>
                <a:cubicBezTo>
                  <a:pt x="18034" y="4247"/>
                  <a:pt x="20013" y="6442"/>
                  <a:pt x="20712" y="8956"/>
                </a:cubicBezTo>
                <a:cubicBezTo>
                  <a:pt x="21600" y="12150"/>
                  <a:pt x="20186" y="15430"/>
                  <a:pt x="16903" y="17882"/>
                </a:cubicBezTo>
                <a:cubicBezTo>
                  <a:pt x="13745" y="20240"/>
                  <a:pt x="9167" y="21596"/>
                  <a:pt x="4351" y="21600"/>
                </a:cubicBezTo>
                <a:lnTo>
                  <a:pt x="2879" y="21600"/>
                </a:lnTo>
                <a:lnTo>
                  <a:pt x="0" y="19748"/>
                </a:lnTo>
                <a:lnTo>
                  <a:pt x="2754" y="17872"/>
                </a:lnTo>
                <a:lnTo>
                  <a:pt x="4475" y="17872"/>
                </a:lnTo>
                <a:cubicBezTo>
                  <a:pt x="7325" y="17808"/>
                  <a:pt x="9903" y="17051"/>
                  <a:pt x="11818" y="15851"/>
                </a:cubicBezTo>
                <a:cubicBezTo>
                  <a:pt x="13713" y="14665"/>
                  <a:pt x="14967" y="13039"/>
                  <a:pt x="15142" y="11211"/>
                </a:cubicBezTo>
                <a:cubicBezTo>
                  <a:pt x="15525" y="7206"/>
                  <a:pt x="10677" y="3803"/>
                  <a:pt x="4490" y="3733"/>
                </a:cubicBezTo>
                <a:lnTo>
                  <a:pt x="1123" y="3733"/>
                </a:lnTo>
                <a:lnTo>
                  <a:pt x="3882" y="1866"/>
                </a:lnTo>
                <a:lnTo>
                  <a:pt x="991" y="0"/>
                </a:lnTo>
                <a:close/>
              </a:path>
            </a:pathLst>
          </a:cu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Shape">
            <a:extLst>
              <a:ext uri="{FF2B5EF4-FFF2-40B4-BE49-F238E27FC236}">
                <a16:creationId xmlns:a16="http://schemas.microsoft.com/office/drawing/2014/main" id="{188CF4F1-E2F0-954C-8A4C-14E447AF20A4}"/>
              </a:ext>
            </a:extLst>
          </p:cNvPr>
          <p:cNvSpPr/>
          <p:nvPr/>
        </p:nvSpPr>
        <p:spPr>
          <a:xfrm>
            <a:off x="6006010" y="4752213"/>
            <a:ext cx="2754306" cy="634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82" y="0"/>
                </a:moveTo>
                <a:lnTo>
                  <a:pt x="2374" y="0"/>
                </a:lnTo>
                <a:lnTo>
                  <a:pt x="0" y="10739"/>
                </a:lnTo>
                <a:lnTo>
                  <a:pt x="2489" y="21545"/>
                </a:lnTo>
                <a:lnTo>
                  <a:pt x="21600" y="21600"/>
                </a:lnTo>
                <a:lnTo>
                  <a:pt x="19087" y="10844"/>
                </a:lnTo>
                <a:lnTo>
                  <a:pt x="21482" y="0"/>
                </a:lnTo>
                <a:close/>
              </a:path>
            </a:pathLst>
          </a:cu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Shape">
            <a:extLst>
              <a:ext uri="{FF2B5EF4-FFF2-40B4-BE49-F238E27FC236}">
                <a16:creationId xmlns:a16="http://schemas.microsoft.com/office/drawing/2014/main" id="{7FBB5BE3-E680-B446-9A01-B062699939D7}"/>
              </a:ext>
            </a:extLst>
          </p:cNvPr>
          <p:cNvSpPr/>
          <p:nvPr/>
        </p:nvSpPr>
        <p:spPr>
          <a:xfrm>
            <a:off x="3415456" y="4753575"/>
            <a:ext cx="2754003" cy="6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87" y="0"/>
                </a:moveTo>
                <a:lnTo>
                  <a:pt x="21506" y="0"/>
                </a:lnTo>
                <a:lnTo>
                  <a:pt x="19125" y="10802"/>
                </a:lnTo>
                <a:lnTo>
                  <a:pt x="21600" y="21583"/>
                </a:lnTo>
                <a:lnTo>
                  <a:pt x="2461" y="21600"/>
                </a:lnTo>
                <a:lnTo>
                  <a:pt x="0" y="10827"/>
                </a:lnTo>
                <a:lnTo>
                  <a:pt x="2387" y="0"/>
                </a:lnTo>
                <a:close/>
              </a:path>
            </a:pathLst>
          </a:custGeom>
          <a:solidFill>
            <a:srgbClr val="00A3A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</a:t>
            </a:r>
            <a:endParaRPr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Shape">
            <a:extLst>
              <a:ext uri="{FF2B5EF4-FFF2-40B4-BE49-F238E27FC236}">
                <a16:creationId xmlns:a16="http://schemas.microsoft.com/office/drawing/2014/main" id="{5EFB3E7C-5C1D-B64A-A0CE-276AB67DB5FF}"/>
              </a:ext>
            </a:extLst>
          </p:cNvPr>
          <p:cNvSpPr/>
          <p:nvPr/>
        </p:nvSpPr>
        <p:spPr>
          <a:xfrm>
            <a:off x="1376018" y="1717445"/>
            <a:ext cx="2303820" cy="3670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600" extrusionOk="0">
                <a:moveTo>
                  <a:pt x="19990" y="17862"/>
                </a:moveTo>
                <a:lnTo>
                  <a:pt x="17248" y="19733"/>
                </a:lnTo>
                <a:lnTo>
                  <a:pt x="20143" y="21600"/>
                </a:lnTo>
                <a:lnTo>
                  <a:pt x="16281" y="21582"/>
                </a:lnTo>
                <a:cubicBezTo>
                  <a:pt x="10679" y="21490"/>
                  <a:pt x="5521" y="19597"/>
                  <a:pt x="2539" y="16539"/>
                </a:cubicBezTo>
                <a:cubicBezTo>
                  <a:pt x="176" y="14113"/>
                  <a:pt x="-570" y="11178"/>
                  <a:pt x="437" y="8388"/>
                </a:cubicBezTo>
                <a:cubicBezTo>
                  <a:pt x="1452" y="5576"/>
                  <a:pt x="4161" y="3141"/>
                  <a:pt x="7964" y="1617"/>
                </a:cubicBezTo>
                <a:cubicBezTo>
                  <a:pt x="10512" y="597"/>
                  <a:pt x="13439" y="38"/>
                  <a:pt x="16438" y="0"/>
                </a:cubicBezTo>
                <a:lnTo>
                  <a:pt x="18204" y="32"/>
                </a:lnTo>
                <a:lnTo>
                  <a:pt x="21030" y="1892"/>
                </a:lnTo>
                <a:lnTo>
                  <a:pt x="18320" y="3730"/>
                </a:lnTo>
                <a:lnTo>
                  <a:pt x="16626" y="3730"/>
                </a:lnTo>
                <a:cubicBezTo>
                  <a:pt x="11435" y="3780"/>
                  <a:pt x="7009" y="6169"/>
                  <a:pt x="6019" y="9454"/>
                </a:cubicBezTo>
                <a:cubicBezTo>
                  <a:pt x="5185" y="12222"/>
                  <a:pt x="7027" y="15033"/>
                  <a:pt x="10636" y="16633"/>
                </a:cubicBezTo>
                <a:cubicBezTo>
                  <a:pt x="12457" y="17441"/>
                  <a:pt x="14619" y="17869"/>
                  <a:pt x="16830" y="17861"/>
                </a:cubicBezTo>
                <a:lnTo>
                  <a:pt x="19990" y="17862"/>
                </a:lnTo>
                <a:close/>
              </a:path>
            </a:pathLst>
          </a:custGeom>
          <a:solidFill>
            <a:srgbClr val="0E48CE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591929FD-0D77-6742-ABEE-4C4535658DE8}"/>
              </a:ext>
            </a:extLst>
          </p:cNvPr>
          <p:cNvSpPr/>
          <p:nvPr/>
        </p:nvSpPr>
        <p:spPr>
          <a:xfrm flipV="1">
            <a:off x="3576408" y="2693112"/>
            <a:ext cx="4112508" cy="1"/>
          </a:xfrm>
          <a:prstGeom prst="line">
            <a:avLst/>
          </a:prstGeom>
          <a:noFill/>
          <a:ln w="25400" cap="flat">
            <a:solidFill>
              <a:srgbClr val="C6C4BF"/>
            </a:solidFill>
            <a:custDash>
              <a:ds d="200000" sp="200000"/>
            </a:custDash>
            <a:miter lim="400000"/>
            <a:tailEnd type="triangle" w="med" len="med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">
            <a:extLst>
              <a:ext uri="{FF2B5EF4-FFF2-40B4-BE49-F238E27FC236}">
                <a16:creationId xmlns:a16="http://schemas.microsoft.com/office/drawing/2014/main" id="{B14B309F-8A94-2F4F-9F43-E1DF79B4A774}"/>
              </a:ext>
            </a:extLst>
          </p:cNvPr>
          <p:cNvSpPr/>
          <p:nvPr/>
        </p:nvSpPr>
        <p:spPr>
          <a:xfrm flipV="1">
            <a:off x="4650941" y="4429322"/>
            <a:ext cx="4112508" cy="1"/>
          </a:xfrm>
          <a:prstGeom prst="line">
            <a:avLst/>
          </a:prstGeom>
          <a:noFill/>
          <a:ln w="25400" cap="flat">
            <a:solidFill>
              <a:srgbClr val="C6C4BF"/>
            </a:solidFill>
            <a:custDash>
              <a:ds d="200000" sp="200000"/>
            </a:custDash>
            <a:miter lim="400000"/>
            <a:headEnd type="triangle" w="med" len="med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B71C5CF-A18A-F941-AB4A-AEBC27BDC008}"/>
              </a:ext>
            </a:extLst>
          </p:cNvPr>
          <p:cNvSpPr txBox="1"/>
          <p:nvPr/>
        </p:nvSpPr>
        <p:spPr>
          <a:xfrm>
            <a:off x="5084429" y="2766308"/>
            <a:ext cx="2037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kumimoji="1"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内容内容内容内容内容内容内容</a:t>
            </a:r>
            <a:r>
              <a:rPr kumimoji="1" lang="zh-CN" altLang="en-US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74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DEB45FF-2225-884B-B438-6F12171E4B8B}"/>
              </a:ext>
            </a:extLst>
          </p:cNvPr>
          <p:cNvSpPr/>
          <p:nvPr/>
        </p:nvSpPr>
        <p:spPr>
          <a:xfrm>
            <a:off x="490887" y="1717824"/>
            <a:ext cx="4548252" cy="260286"/>
          </a:xfrm>
          <a:prstGeom prst="rect">
            <a:avLst/>
          </a:prstGeom>
          <a:gradFill flip="none" rotWithShape="1">
            <a:gsLst>
              <a:gs pos="0">
                <a:srgbClr val="0C4FCA"/>
              </a:gs>
              <a:gs pos="44000">
                <a:srgbClr val="0673B7"/>
              </a:gs>
              <a:gs pos="100000">
                <a:srgbClr val="019AA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EE29B63-C3F3-E542-9EF1-E60C9648E918}"/>
              </a:ext>
            </a:extLst>
          </p:cNvPr>
          <p:cNvGrpSpPr/>
          <p:nvPr/>
        </p:nvGrpSpPr>
        <p:grpSpPr>
          <a:xfrm>
            <a:off x="507453" y="1982935"/>
            <a:ext cx="4531686" cy="2842500"/>
            <a:chOff x="490887" y="1600591"/>
            <a:chExt cx="4910481" cy="2842500"/>
          </a:xfrm>
        </p:grpSpPr>
        <p:sp>
          <p:nvSpPr>
            <p:cNvPr id="45" name="矩形: 圆角 7">
              <a:extLst>
                <a:ext uri="{FF2B5EF4-FFF2-40B4-BE49-F238E27FC236}">
                  <a16:creationId xmlns:a16="http://schemas.microsoft.com/office/drawing/2014/main" id="{D1815481-6106-5542-8EA4-7FEC9F3BCE9A}"/>
                </a:ext>
              </a:extLst>
            </p:cNvPr>
            <p:cNvSpPr/>
            <p:nvPr/>
          </p:nvSpPr>
          <p:spPr>
            <a:xfrm>
              <a:off x="490887" y="1600591"/>
              <a:ext cx="4910481" cy="2842500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0C4FC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5CEE28A-15A0-C448-B7A4-6CBEB23F0CFF}"/>
                </a:ext>
              </a:extLst>
            </p:cNvPr>
            <p:cNvSpPr/>
            <p:nvPr/>
          </p:nvSpPr>
          <p:spPr>
            <a:xfrm>
              <a:off x="622894" y="1735105"/>
              <a:ext cx="714511" cy="2544410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912CEE8-97C7-2C43-9E3F-DE7C3101F031}"/>
                </a:ext>
              </a:extLst>
            </p:cNvPr>
            <p:cNvSpPr/>
            <p:nvPr/>
          </p:nvSpPr>
          <p:spPr>
            <a:xfrm>
              <a:off x="1469412" y="1735104"/>
              <a:ext cx="1832711" cy="1235793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3977F91-E986-D64E-BD0E-F6F0F59F5B7D}"/>
                </a:ext>
              </a:extLst>
            </p:cNvPr>
            <p:cNvSpPr/>
            <p:nvPr/>
          </p:nvSpPr>
          <p:spPr>
            <a:xfrm>
              <a:off x="1469412" y="3105409"/>
              <a:ext cx="1832711" cy="1174104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40B2926-AA3B-C747-A3D6-B43FA2CADE47}"/>
                </a:ext>
              </a:extLst>
            </p:cNvPr>
            <p:cNvSpPr/>
            <p:nvPr/>
          </p:nvSpPr>
          <p:spPr>
            <a:xfrm>
              <a:off x="3432342" y="1735104"/>
              <a:ext cx="1832711" cy="772321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47D30EF-B42E-A447-B284-DBB89A02CFF1}"/>
                </a:ext>
              </a:extLst>
            </p:cNvPr>
            <p:cNvSpPr/>
            <p:nvPr/>
          </p:nvSpPr>
          <p:spPr>
            <a:xfrm>
              <a:off x="3432342" y="2621148"/>
              <a:ext cx="1832711" cy="772321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0053B1E-3D04-D74C-862E-CFE3A22292DF}"/>
                </a:ext>
              </a:extLst>
            </p:cNvPr>
            <p:cNvSpPr/>
            <p:nvPr/>
          </p:nvSpPr>
          <p:spPr>
            <a:xfrm>
              <a:off x="3432342" y="3493560"/>
              <a:ext cx="1832711" cy="772321"/>
            </a:xfrm>
            <a:prstGeom prst="rect">
              <a:avLst/>
            </a:prstGeom>
            <a:solidFill>
              <a:schemeClr val="bg1">
                <a:lumMod val="50000"/>
                <a:alpha val="40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EEC38228-E9B4-D240-97D2-5A3971E1F13E}"/>
              </a:ext>
            </a:extLst>
          </p:cNvPr>
          <p:cNvSpPr/>
          <p:nvPr/>
        </p:nvSpPr>
        <p:spPr>
          <a:xfrm>
            <a:off x="5569540" y="1717824"/>
            <a:ext cx="3405491" cy="260286"/>
          </a:xfrm>
          <a:prstGeom prst="rect">
            <a:avLst/>
          </a:prstGeom>
          <a:gradFill flip="none" rotWithShape="1">
            <a:gsLst>
              <a:gs pos="0">
                <a:srgbClr val="0C4FCA"/>
              </a:gs>
              <a:gs pos="44000">
                <a:srgbClr val="0673B7"/>
              </a:gs>
              <a:gs pos="100000">
                <a:srgbClr val="019AA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EB5F742-0431-4347-99DE-7B3C00943455}"/>
              </a:ext>
            </a:extLst>
          </p:cNvPr>
          <p:cNvGrpSpPr/>
          <p:nvPr/>
        </p:nvGrpSpPr>
        <p:grpSpPr>
          <a:xfrm>
            <a:off x="5569544" y="1982935"/>
            <a:ext cx="3405492" cy="2842500"/>
            <a:chOff x="5569543" y="1600591"/>
            <a:chExt cx="3819963" cy="2842500"/>
          </a:xfrm>
        </p:grpSpPr>
        <p:sp>
          <p:nvSpPr>
            <p:cNvPr id="54" name="矩形: 圆角 7">
              <a:extLst>
                <a:ext uri="{FF2B5EF4-FFF2-40B4-BE49-F238E27FC236}">
                  <a16:creationId xmlns:a16="http://schemas.microsoft.com/office/drawing/2014/main" id="{15E9375B-3EC4-0A4F-8E93-5C827401B5A2}"/>
                </a:ext>
              </a:extLst>
            </p:cNvPr>
            <p:cNvSpPr/>
            <p:nvPr/>
          </p:nvSpPr>
          <p:spPr>
            <a:xfrm>
              <a:off x="5569543" y="1600591"/>
              <a:ext cx="3819963" cy="2842500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0C4FC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EC58466-812C-2446-AA54-19CD86E4260F}"/>
                </a:ext>
              </a:extLst>
            </p:cNvPr>
            <p:cNvSpPr/>
            <p:nvPr/>
          </p:nvSpPr>
          <p:spPr>
            <a:xfrm>
              <a:off x="5701548" y="1735105"/>
              <a:ext cx="714511" cy="254441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E386BA5-AA6A-7141-BDD9-98618EA342F8}"/>
                </a:ext>
              </a:extLst>
            </p:cNvPr>
            <p:cNvSpPr/>
            <p:nvPr/>
          </p:nvSpPr>
          <p:spPr>
            <a:xfrm>
              <a:off x="6548066" y="1735104"/>
              <a:ext cx="1832711" cy="123579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CC062F06-C72D-BD4A-BD40-4FC9BC1A4C26}"/>
                </a:ext>
              </a:extLst>
            </p:cNvPr>
            <p:cNvSpPr/>
            <p:nvPr/>
          </p:nvSpPr>
          <p:spPr>
            <a:xfrm>
              <a:off x="6548066" y="3105411"/>
              <a:ext cx="1832711" cy="11741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BABBCB2-CC4F-FA40-9D92-C9D119846B0B}"/>
                </a:ext>
              </a:extLst>
            </p:cNvPr>
            <p:cNvSpPr/>
            <p:nvPr/>
          </p:nvSpPr>
          <p:spPr>
            <a:xfrm>
              <a:off x="8523259" y="1735105"/>
              <a:ext cx="714511" cy="254441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/>
              <a:r>
                <a:rPr lang="zh-CN" altLang="en-US" kern="0" dirty="0">
                  <a:solidFill>
                    <a:srgbClr val="001D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</p:grpSp>
      <p:sp>
        <p:nvSpPr>
          <p:cNvPr id="59" name="矩形: 圆角 7">
            <a:extLst>
              <a:ext uri="{FF2B5EF4-FFF2-40B4-BE49-F238E27FC236}">
                <a16:creationId xmlns:a16="http://schemas.microsoft.com/office/drawing/2014/main" id="{98DACAED-ADAF-A24D-A839-F83CF866EC42}"/>
              </a:ext>
            </a:extLst>
          </p:cNvPr>
          <p:cNvSpPr/>
          <p:nvPr/>
        </p:nvSpPr>
        <p:spPr>
          <a:xfrm>
            <a:off x="9563558" y="1982935"/>
            <a:ext cx="2108277" cy="2842500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C4F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B3C0F44-2735-AA49-B469-7016DA1A29CB}"/>
              </a:ext>
            </a:extLst>
          </p:cNvPr>
          <p:cNvSpPr/>
          <p:nvPr/>
        </p:nvSpPr>
        <p:spPr>
          <a:xfrm>
            <a:off x="9563555" y="1717824"/>
            <a:ext cx="2108277" cy="260286"/>
          </a:xfrm>
          <a:prstGeom prst="rect">
            <a:avLst/>
          </a:prstGeom>
          <a:gradFill flip="none" rotWithShape="1">
            <a:gsLst>
              <a:gs pos="0">
                <a:srgbClr val="0C4FCA"/>
              </a:gs>
              <a:gs pos="44000">
                <a:srgbClr val="0673B7"/>
              </a:gs>
              <a:gs pos="100000">
                <a:srgbClr val="019AA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660FC7C-E88B-A443-95A2-5E1F1B4F6BF2}"/>
              </a:ext>
            </a:extLst>
          </p:cNvPr>
          <p:cNvSpPr/>
          <p:nvPr/>
        </p:nvSpPr>
        <p:spPr>
          <a:xfrm>
            <a:off x="9689178" y="2131079"/>
            <a:ext cx="1832711" cy="540586"/>
          </a:xfrm>
          <a:prstGeom prst="rect">
            <a:avLst/>
          </a:prstGeom>
          <a:solidFill>
            <a:schemeClr val="bg1">
              <a:lumMod val="75000"/>
            </a:schemeClr>
          </a:solidFill>
          <a:ln w="254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A2C846B-489B-D649-A9BB-175AE5F88B6A}"/>
              </a:ext>
            </a:extLst>
          </p:cNvPr>
          <p:cNvSpPr/>
          <p:nvPr/>
        </p:nvSpPr>
        <p:spPr>
          <a:xfrm>
            <a:off x="9689178" y="2799020"/>
            <a:ext cx="1832711" cy="540586"/>
          </a:xfrm>
          <a:prstGeom prst="rect">
            <a:avLst/>
          </a:prstGeom>
          <a:solidFill>
            <a:schemeClr val="bg1">
              <a:lumMod val="75000"/>
            </a:schemeClr>
          </a:solidFill>
          <a:ln w="254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F2D3FD6-C884-8E47-A823-B8C038368AC8}"/>
              </a:ext>
            </a:extLst>
          </p:cNvPr>
          <p:cNvSpPr/>
          <p:nvPr/>
        </p:nvSpPr>
        <p:spPr>
          <a:xfrm>
            <a:off x="9689178" y="3466961"/>
            <a:ext cx="1832711" cy="540586"/>
          </a:xfrm>
          <a:prstGeom prst="rect">
            <a:avLst/>
          </a:prstGeom>
          <a:solidFill>
            <a:schemeClr val="bg1">
              <a:lumMod val="75000"/>
            </a:schemeClr>
          </a:solidFill>
          <a:ln w="254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E5B0C52-8C35-F14D-A82B-2CAF97867135}"/>
              </a:ext>
            </a:extLst>
          </p:cNvPr>
          <p:cNvSpPr/>
          <p:nvPr/>
        </p:nvSpPr>
        <p:spPr>
          <a:xfrm>
            <a:off x="9689178" y="4121272"/>
            <a:ext cx="1832711" cy="540586"/>
          </a:xfrm>
          <a:prstGeom prst="rect">
            <a:avLst/>
          </a:prstGeom>
          <a:solidFill>
            <a:schemeClr val="bg1">
              <a:lumMod val="75000"/>
            </a:schemeClr>
          </a:solidFill>
          <a:ln w="254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5" name="矩形: 圆角 7">
            <a:extLst>
              <a:ext uri="{FF2B5EF4-FFF2-40B4-BE49-F238E27FC236}">
                <a16:creationId xmlns:a16="http://schemas.microsoft.com/office/drawing/2014/main" id="{DE8AEBE2-CB29-994A-8755-EB725959FEC9}"/>
              </a:ext>
            </a:extLst>
          </p:cNvPr>
          <p:cNvSpPr/>
          <p:nvPr/>
        </p:nvSpPr>
        <p:spPr>
          <a:xfrm>
            <a:off x="490887" y="4911916"/>
            <a:ext cx="11180948" cy="484260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C4F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6" name="矩形: 圆角 7">
            <a:extLst>
              <a:ext uri="{FF2B5EF4-FFF2-40B4-BE49-F238E27FC236}">
                <a16:creationId xmlns:a16="http://schemas.microsoft.com/office/drawing/2014/main" id="{A61FA96E-4EF9-1146-B0B3-6EAC9DDCEB29}"/>
              </a:ext>
            </a:extLst>
          </p:cNvPr>
          <p:cNvSpPr/>
          <p:nvPr/>
        </p:nvSpPr>
        <p:spPr>
          <a:xfrm>
            <a:off x="490887" y="5499849"/>
            <a:ext cx="11180948" cy="484260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C4F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 dirty="0">
                <a:solidFill>
                  <a:srgbClr val="001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68" name="右箭头 67">
            <a:extLst>
              <a:ext uri="{FF2B5EF4-FFF2-40B4-BE49-F238E27FC236}">
                <a16:creationId xmlns:a16="http://schemas.microsoft.com/office/drawing/2014/main" id="{DBE32A83-1258-2E48-8303-6064C3F946D2}"/>
              </a:ext>
            </a:extLst>
          </p:cNvPr>
          <p:cNvSpPr/>
          <p:nvPr/>
        </p:nvSpPr>
        <p:spPr>
          <a:xfrm>
            <a:off x="5190977" y="3333228"/>
            <a:ext cx="353667" cy="330909"/>
          </a:xfrm>
          <a:prstGeom prst="rightArrow">
            <a:avLst/>
          </a:prstGeom>
          <a:gradFill flip="none" rotWithShape="1">
            <a:gsLst>
              <a:gs pos="0">
                <a:srgbClr val="0C4FCA"/>
              </a:gs>
              <a:gs pos="44000">
                <a:srgbClr val="0673B7"/>
              </a:gs>
              <a:gs pos="100000">
                <a:srgbClr val="019AA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右箭头 68">
            <a:extLst>
              <a:ext uri="{FF2B5EF4-FFF2-40B4-BE49-F238E27FC236}">
                <a16:creationId xmlns:a16="http://schemas.microsoft.com/office/drawing/2014/main" id="{A0D0803A-6077-6549-B2AD-1AB87631A748}"/>
              </a:ext>
            </a:extLst>
          </p:cNvPr>
          <p:cNvSpPr/>
          <p:nvPr/>
        </p:nvSpPr>
        <p:spPr>
          <a:xfrm>
            <a:off x="9159473" y="3333228"/>
            <a:ext cx="353667" cy="330909"/>
          </a:xfrm>
          <a:prstGeom prst="rightArrow">
            <a:avLst/>
          </a:prstGeom>
          <a:gradFill flip="none" rotWithShape="1">
            <a:gsLst>
              <a:gs pos="0">
                <a:srgbClr val="0C4FCA"/>
              </a:gs>
              <a:gs pos="44000">
                <a:srgbClr val="0673B7"/>
              </a:gs>
              <a:gs pos="100000">
                <a:srgbClr val="019AA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33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graphicFrame>
        <p:nvGraphicFramePr>
          <p:cNvPr id="32" name="Chart 1">
            <a:extLst>
              <a:ext uri="{FF2B5EF4-FFF2-40B4-BE49-F238E27FC236}">
                <a16:creationId xmlns:a16="http://schemas.microsoft.com/office/drawing/2014/main" id="{4E625062-6C2E-D24D-97EF-F1935C14A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0951346"/>
              </p:ext>
            </p:extLst>
          </p:nvPr>
        </p:nvGraphicFramePr>
        <p:xfrm>
          <a:off x="957553" y="1668333"/>
          <a:ext cx="3227460" cy="3079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Chart 2">
            <a:extLst>
              <a:ext uri="{FF2B5EF4-FFF2-40B4-BE49-F238E27FC236}">
                <a16:creationId xmlns:a16="http://schemas.microsoft.com/office/drawing/2014/main" id="{BE3E0253-DDD7-9544-95E6-C427BE060B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0207326"/>
              </p:ext>
            </p:extLst>
          </p:nvPr>
        </p:nvGraphicFramePr>
        <p:xfrm>
          <a:off x="4482270" y="1651462"/>
          <a:ext cx="3227460" cy="3079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BB7FB927-8792-224D-B23B-443A8CC53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200573"/>
              </p:ext>
            </p:extLst>
          </p:nvPr>
        </p:nvGraphicFramePr>
        <p:xfrm>
          <a:off x="8006986" y="1651462"/>
          <a:ext cx="3227460" cy="3079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Box 4">
            <a:extLst>
              <a:ext uri="{FF2B5EF4-FFF2-40B4-BE49-F238E27FC236}">
                <a16:creationId xmlns:a16="http://schemas.microsoft.com/office/drawing/2014/main" id="{1383A3AC-651E-1D4F-816E-EEA66B7DDF95}"/>
              </a:ext>
            </a:extLst>
          </p:cNvPr>
          <p:cNvSpPr txBox="1"/>
          <p:nvPr/>
        </p:nvSpPr>
        <p:spPr>
          <a:xfrm>
            <a:off x="1492070" y="4891470"/>
            <a:ext cx="21890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90" dirty="0" err="1">
                <a:solidFill>
                  <a:srgbClr val="0E48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spc="90" dirty="0">
              <a:solidFill>
                <a:srgbClr val="0E48C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62EACA53-5BAA-0843-B8CE-9A683248E26F}"/>
              </a:ext>
            </a:extLst>
          </p:cNvPr>
          <p:cNvSpPr txBox="1"/>
          <p:nvPr/>
        </p:nvSpPr>
        <p:spPr>
          <a:xfrm>
            <a:off x="5011038" y="4891470"/>
            <a:ext cx="21890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90" dirty="0" err="1">
                <a:solidFill>
                  <a:srgbClr val="00A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spc="90" dirty="0">
              <a:solidFill>
                <a:srgbClr val="00A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981CD4EC-5EDC-034F-8418-C3C0D5A61785}"/>
              </a:ext>
            </a:extLst>
          </p:cNvPr>
          <p:cNvSpPr txBox="1"/>
          <p:nvPr/>
        </p:nvSpPr>
        <p:spPr>
          <a:xfrm>
            <a:off x="8531959" y="4891470"/>
            <a:ext cx="21890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90" dirty="0" err="1">
                <a:solidFill>
                  <a:srgbClr val="FF7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spc="90" dirty="0">
              <a:solidFill>
                <a:srgbClr val="FF7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号字；</a:t>
            </a: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endParaRPr kumimoji="1"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934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0">
            <a:extLst>
              <a:ext uri="{FF2B5EF4-FFF2-40B4-BE49-F238E27FC236}">
                <a16:creationId xmlns:a16="http://schemas.microsoft.com/office/drawing/2014/main" id="{F2C32312-DC22-7C47-B6A5-809D13C5EE13}"/>
              </a:ext>
            </a:extLst>
          </p:cNvPr>
          <p:cNvSpPr>
            <a:spLocks/>
          </p:cNvSpPr>
          <p:nvPr/>
        </p:nvSpPr>
        <p:spPr bwMode="auto">
          <a:xfrm>
            <a:off x="0" y="519486"/>
            <a:ext cx="439061" cy="585414"/>
          </a:xfrm>
          <a:custGeom>
            <a:avLst/>
            <a:gdLst>
              <a:gd name="T0" fmla="*/ 118 w 131"/>
              <a:gd name="T1" fmla="*/ 80 h 175"/>
              <a:gd name="T2" fmla="*/ 0 w 131"/>
              <a:gd name="T3" fmla="*/ 0 h 175"/>
              <a:gd name="T4" fmla="*/ 0 w 131"/>
              <a:gd name="T5" fmla="*/ 175 h 175"/>
              <a:gd name="T6" fmla="*/ 117 w 131"/>
              <a:gd name="T7" fmla="*/ 113 h 175"/>
              <a:gd name="T8" fmla="*/ 118 w 131"/>
              <a:gd name="T9" fmla="*/ 8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" h="175">
                <a:moveTo>
                  <a:pt x="118" y="80"/>
                </a:moveTo>
                <a:cubicBezTo>
                  <a:pt x="0" y="0"/>
                  <a:pt x="0" y="0"/>
                  <a:pt x="0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117" y="113"/>
                  <a:pt x="117" y="113"/>
                  <a:pt x="117" y="113"/>
                </a:cubicBezTo>
                <a:cubicBezTo>
                  <a:pt x="130" y="106"/>
                  <a:pt x="131" y="88"/>
                  <a:pt x="118" y="80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9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75129B7-C516-E44E-B0FA-7EB64BC3F1B2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484576"/>
              </p:ext>
            </p:extLst>
          </p:nvPr>
        </p:nvGraphicFramePr>
        <p:xfrm>
          <a:off x="654593" y="1553670"/>
          <a:ext cx="10843761" cy="457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905318178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3478372644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18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209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小计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48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26647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886389"/>
                  </a:ext>
                </a:extLst>
              </a:tr>
              <a:tr h="67440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8E6658E-0633-FF40-AC2D-541AEF6FAB46}"/>
              </a:ext>
            </a:extLst>
          </p:cNvPr>
          <p:cNvSpPr txBox="1"/>
          <p:nvPr/>
        </p:nvSpPr>
        <p:spPr>
          <a:xfrm>
            <a:off x="654593" y="480432"/>
            <a:ext cx="5592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1" lang="zh-CN" alt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 </a:t>
            </a:r>
            <a:r>
              <a:rPr kumimoji="1" lang="en-US" altLang="zh-CN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3200" b="1" dirty="0" smtClean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加粗 </a:t>
            </a:r>
            <a:endParaRPr kumimoji="1" lang="zh-CN" altLang="en-US" sz="3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1F148-F374-184B-9BEB-0394A866025D}"/>
              </a:ext>
            </a:extLst>
          </p:cNvPr>
          <p:cNvSpPr txBox="1"/>
          <p:nvPr/>
        </p:nvSpPr>
        <p:spPr>
          <a:xfrm>
            <a:off x="660510" y="1086768"/>
            <a:ext cx="8466115" cy="38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正文：微软雅黑，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号字</a:t>
            </a:r>
            <a:r>
              <a:rPr lang="zh-CN" altLang="en-US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18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5D8896-1D3A-F44A-9B04-2608E243A15D}"/>
              </a:ext>
            </a:extLst>
          </p:cNvPr>
          <p:cNvSpPr txBox="1"/>
          <p:nvPr/>
        </p:nvSpPr>
        <p:spPr>
          <a:xfrm>
            <a:off x="806995" y="6286406"/>
            <a:ext cx="2606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未来，因潮澎湃    </a:t>
            </a:r>
            <a:r>
              <a:rPr kumimoji="1" lang="en-US" altLang="zh-CN" sz="1200" dirty="0">
                <a:solidFill>
                  <a:srgbClr val="4D4D4D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Inspur in Future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810977-3626-C646-BDB8-9256BE858B77}"/>
              </a:ext>
            </a:extLst>
          </p:cNvPr>
          <p:cNvSpPr txBox="1"/>
          <p:nvPr/>
        </p:nvSpPr>
        <p:spPr>
          <a:xfrm>
            <a:off x="796834" y="2580640"/>
            <a:ext cx="22308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E8FB2E-2D95-2845-9797-48A60B7D837D}"/>
              </a:ext>
            </a:extLst>
          </p:cNvPr>
          <p:cNvSpPr txBox="1"/>
          <p:nvPr/>
        </p:nvSpPr>
        <p:spPr>
          <a:xfrm>
            <a:off x="766354" y="3389248"/>
            <a:ext cx="29522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800" kern="4000" spc="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kumimoji="1" lang="zh-CN" altLang="en-US" sz="3800" kern="4000" spc="2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85D977A-EE4D-1F47-B0AA-F42046651357}"/>
              </a:ext>
            </a:extLst>
          </p:cNvPr>
          <p:cNvSpPr>
            <a:spLocks noEditPoints="1"/>
          </p:cNvSpPr>
          <p:nvPr/>
        </p:nvSpPr>
        <p:spPr bwMode="auto">
          <a:xfrm>
            <a:off x="768009" y="544469"/>
            <a:ext cx="2565711" cy="458832"/>
          </a:xfrm>
          <a:custGeom>
            <a:avLst/>
            <a:gdLst>
              <a:gd name="T0" fmla="*/ 607 w 809"/>
              <a:gd name="T1" fmla="*/ 56 h 142"/>
              <a:gd name="T2" fmla="*/ 266 w 809"/>
              <a:gd name="T3" fmla="*/ 24 h 142"/>
              <a:gd name="T4" fmla="*/ 280 w 809"/>
              <a:gd name="T5" fmla="*/ 132 h 142"/>
              <a:gd name="T6" fmla="*/ 339 w 809"/>
              <a:gd name="T7" fmla="*/ 95 h 142"/>
              <a:gd name="T8" fmla="*/ 341 w 809"/>
              <a:gd name="T9" fmla="*/ 6 h 142"/>
              <a:gd name="T10" fmla="*/ 316 w 809"/>
              <a:gd name="T11" fmla="*/ 81 h 142"/>
              <a:gd name="T12" fmla="*/ 331 w 809"/>
              <a:gd name="T13" fmla="*/ 27 h 142"/>
              <a:gd name="T14" fmla="*/ 471 w 809"/>
              <a:gd name="T15" fmla="*/ 99 h 142"/>
              <a:gd name="T16" fmla="*/ 523 w 809"/>
              <a:gd name="T17" fmla="*/ 24 h 142"/>
              <a:gd name="T18" fmla="*/ 493 w 809"/>
              <a:gd name="T19" fmla="*/ 14 h 142"/>
              <a:gd name="T20" fmla="*/ 402 w 809"/>
              <a:gd name="T21" fmla="*/ 78 h 142"/>
              <a:gd name="T22" fmla="*/ 370 w 809"/>
              <a:gd name="T23" fmla="*/ 72 h 142"/>
              <a:gd name="T24" fmla="*/ 473 w 809"/>
              <a:gd name="T25" fmla="*/ 6 h 142"/>
              <a:gd name="T26" fmla="*/ 29 w 809"/>
              <a:gd name="T27" fmla="*/ 36 h 142"/>
              <a:gd name="T28" fmla="*/ 46 w 809"/>
              <a:gd name="T29" fmla="*/ 6 h 142"/>
              <a:gd name="T30" fmla="*/ 43 w 809"/>
              <a:gd name="T31" fmla="*/ 99 h 142"/>
              <a:gd name="T32" fmla="*/ 115 w 809"/>
              <a:gd name="T33" fmla="*/ 27 h 142"/>
              <a:gd name="T34" fmla="*/ 147 w 809"/>
              <a:gd name="T35" fmla="*/ 33 h 142"/>
              <a:gd name="T36" fmla="*/ 226 w 809"/>
              <a:gd name="T37" fmla="*/ 43 h 142"/>
              <a:gd name="T38" fmla="*/ 191 w 809"/>
              <a:gd name="T39" fmla="*/ 27 h 142"/>
              <a:gd name="T40" fmla="*/ 188 w 809"/>
              <a:gd name="T41" fmla="*/ 6 h 142"/>
              <a:gd name="T42" fmla="*/ 180 w 809"/>
              <a:gd name="T43" fmla="*/ 62 h 142"/>
              <a:gd name="T44" fmla="*/ 215 w 809"/>
              <a:gd name="T45" fmla="*/ 78 h 142"/>
              <a:gd name="T46" fmla="*/ 217 w 809"/>
              <a:gd name="T47" fmla="*/ 99 h 142"/>
              <a:gd name="T48" fmla="*/ 698 w 809"/>
              <a:gd name="T49" fmla="*/ 16 h 142"/>
              <a:gd name="T50" fmla="*/ 698 w 809"/>
              <a:gd name="T51" fmla="*/ 16 h 142"/>
              <a:gd name="T52" fmla="*/ 724 w 809"/>
              <a:gd name="T53" fmla="*/ 56 h 142"/>
              <a:gd name="T54" fmla="*/ 755 w 809"/>
              <a:gd name="T55" fmla="*/ 22 h 142"/>
              <a:gd name="T56" fmla="*/ 755 w 809"/>
              <a:gd name="T57" fmla="*/ 6 h 142"/>
              <a:gd name="T58" fmla="*/ 730 w 809"/>
              <a:gd name="T59" fmla="*/ 6 h 142"/>
              <a:gd name="T60" fmla="*/ 743 w 809"/>
              <a:gd name="T61" fmla="*/ 22 h 142"/>
              <a:gd name="T62" fmla="*/ 743 w 809"/>
              <a:gd name="T63" fmla="*/ 66 h 142"/>
              <a:gd name="T64" fmla="*/ 730 w 809"/>
              <a:gd name="T65" fmla="*/ 75 h 142"/>
              <a:gd name="T66" fmla="*/ 755 w 809"/>
              <a:gd name="T67" fmla="*/ 95 h 142"/>
              <a:gd name="T68" fmla="*/ 755 w 809"/>
              <a:gd name="T69" fmla="*/ 75 h 142"/>
              <a:gd name="T70" fmla="*/ 768 w 809"/>
              <a:gd name="T71" fmla="*/ 66 h 142"/>
              <a:gd name="T72" fmla="*/ 743 w 809"/>
              <a:gd name="T73" fmla="*/ 57 h 142"/>
              <a:gd name="T74" fmla="*/ 756 w 809"/>
              <a:gd name="T75" fmla="*/ 39 h 142"/>
              <a:gd name="T76" fmla="*/ 756 w 809"/>
              <a:gd name="T77" fmla="*/ 39 h 142"/>
              <a:gd name="T78" fmla="*/ 796 w 809"/>
              <a:gd name="T79" fmla="*/ 15 h 142"/>
              <a:gd name="T80" fmla="*/ 774 w 809"/>
              <a:gd name="T81" fmla="*/ 18 h 142"/>
              <a:gd name="T82" fmla="*/ 796 w 809"/>
              <a:gd name="T83" fmla="*/ 64 h 142"/>
              <a:gd name="T84" fmla="*/ 790 w 809"/>
              <a:gd name="T85" fmla="*/ 90 h 142"/>
              <a:gd name="T86" fmla="*/ 809 w 809"/>
              <a:gd name="T87" fmla="*/ 90 h 142"/>
              <a:gd name="T88" fmla="*/ 796 w 809"/>
              <a:gd name="T89" fmla="*/ 55 h 142"/>
              <a:gd name="T90" fmla="*/ 796 w 809"/>
              <a:gd name="T91" fmla="*/ 55 h 142"/>
              <a:gd name="T92" fmla="*/ 724 w 809"/>
              <a:gd name="T93" fmla="*/ 52 h 142"/>
              <a:gd name="T94" fmla="*/ 607 w 809"/>
              <a:gd name="T95" fmla="*/ 37 h 142"/>
              <a:gd name="T96" fmla="*/ 607 w 809"/>
              <a:gd name="T97" fmla="*/ 30 h 142"/>
              <a:gd name="T98" fmla="*/ 684 w 809"/>
              <a:gd name="T99" fmla="*/ 55 h 142"/>
              <a:gd name="T100" fmla="*/ 632 w 809"/>
              <a:gd name="T101" fmla="*/ 55 h 142"/>
              <a:gd name="T102" fmla="*/ 684 w 809"/>
              <a:gd name="T103" fmla="*/ 42 h 142"/>
              <a:gd name="T104" fmla="*/ 675 w 809"/>
              <a:gd name="T105" fmla="*/ 6 h 142"/>
              <a:gd name="T106" fmla="*/ 640 w 809"/>
              <a:gd name="T107" fmla="*/ 0 h 142"/>
              <a:gd name="T108" fmla="*/ 614 w 809"/>
              <a:gd name="T109" fmla="*/ 90 h 142"/>
              <a:gd name="T110" fmla="*/ 646 w 809"/>
              <a:gd name="T111" fmla="*/ 90 h 142"/>
              <a:gd name="T112" fmla="*/ 632 w 809"/>
              <a:gd name="T113" fmla="*/ 62 h 142"/>
              <a:gd name="T114" fmla="*/ 684 w 809"/>
              <a:gd name="T115" fmla="*/ 55 h 142"/>
              <a:gd name="T116" fmla="*/ 632 w 809"/>
              <a:gd name="T117" fmla="*/ 24 h 142"/>
              <a:gd name="T118" fmla="*/ 666 w 809"/>
              <a:gd name="T119" fmla="*/ 4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09" h="142">
                <a:moveTo>
                  <a:pt x="581" y="80"/>
                </a:moveTo>
                <a:cubicBezTo>
                  <a:pt x="581" y="99"/>
                  <a:pt x="581" y="99"/>
                  <a:pt x="581" y="99"/>
                </a:cubicBezTo>
                <a:cubicBezTo>
                  <a:pt x="587" y="96"/>
                  <a:pt x="598" y="88"/>
                  <a:pt x="607" y="78"/>
                </a:cubicBezTo>
                <a:cubicBezTo>
                  <a:pt x="607" y="56"/>
                  <a:pt x="607" y="56"/>
                  <a:pt x="607" y="56"/>
                </a:cubicBezTo>
                <a:cubicBezTo>
                  <a:pt x="598" y="67"/>
                  <a:pt x="589" y="75"/>
                  <a:pt x="581" y="80"/>
                </a:cubicBezTo>
                <a:close/>
                <a:moveTo>
                  <a:pt x="341" y="6"/>
                </a:moveTo>
                <a:cubicBezTo>
                  <a:pt x="269" y="6"/>
                  <a:pt x="269" y="6"/>
                  <a:pt x="269" y="6"/>
                </a:cubicBezTo>
                <a:cubicBezTo>
                  <a:pt x="266" y="24"/>
                  <a:pt x="266" y="24"/>
                  <a:pt x="266" y="24"/>
                </a:cubicBezTo>
                <a:cubicBezTo>
                  <a:pt x="283" y="36"/>
                  <a:pt x="283" y="36"/>
                  <a:pt x="283" y="36"/>
                </a:cubicBezTo>
                <a:cubicBezTo>
                  <a:pt x="263" y="47"/>
                  <a:pt x="263" y="47"/>
                  <a:pt x="263" y="47"/>
                </a:cubicBezTo>
                <a:cubicBezTo>
                  <a:pt x="248" y="142"/>
                  <a:pt x="248" y="142"/>
                  <a:pt x="248" y="142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5" y="97"/>
                  <a:pt x="285" y="97"/>
                  <a:pt x="285" y="97"/>
                </a:cubicBezTo>
                <a:cubicBezTo>
                  <a:pt x="289" y="99"/>
                  <a:pt x="295" y="99"/>
                  <a:pt x="295" y="99"/>
                </a:cubicBezTo>
                <a:cubicBezTo>
                  <a:pt x="326" y="99"/>
                  <a:pt x="326" y="99"/>
                  <a:pt x="326" y="99"/>
                </a:cubicBezTo>
                <a:cubicBezTo>
                  <a:pt x="334" y="99"/>
                  <a:pt x="339" y="95"/>
                  <a:pt x="339" y="95"/>
                </a:cubicBezTo>
                <a:cubicBezTo>
                  <a:pt x="354" y="87"/>
                  <a:pt x="357" y="73"/>
                  <a:pt x="357" y="73"/>
                </a:cubicBezTo>
                <a:cubicBezTo>
                  <a:pt x="363" y="32"/>
                  <a:pt x="363" y="32"/>
                  <a:pt x="363" y="32"/>
                </a:cubicBezTo>
                <a:cubicBezTo>
                  <a:pt x="365" y="25"/>
                  <a:pt x="361" y="19"/>
                  <a:pt x="361" y="19"/>
                </a:cubicBezTo>
                <a:cubicBezTo>
                  <a:pt x="355" y="6"/>
                  <a:pt x="341" y="6"/>
                  <a:pt x="341" y="6"/>
                </a:cubicBezTo>
                <a:close/>
                <a:moveTo>
                  <a:pt x="333" y="34"/>
                </a:moveTo>
                <a:cubicBezTo>
                  <a:pt x="327" y="71"/>
                  <a:pt x="327" y="71"/>
                  <a:pt x="327" y="71"/>
                </a:cubicBezTo>
                <a:cubicBezTo>
                  <a:pt x="326" y="74"/>
                  <a:pt x="325" y="76"/>
                  <a:pt x="323" y="78"/>
                </a:cubicBezTo>
                <a:cubicBezTo>
                  <a:pt x="321" y="80"/>
                  <a:pt x="319" y="81"/>
                  <a:pt x="316" y="81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97" y="24"/>
                  <a:pt x="297" y="24"/>
                  <a:pt x="297" y="24"/>
                </a:cubicBezTo>
                <a:cubicBezTo>
                  <a:pt x="325" y="24"/>
                  <a:pt x="325" y="24"/>
                  <a:pt x="325" y="24"/>
                </a:cubicBezTo>
                <a:cubicBezTo>
                  <a:pt x="328" y="24"/>
                  <a:pt x="330" y="25"/>
                  <a:pt x="331" y="27"/>
                </a:cubicBezTo>
                <a:cubicBezTo>
                  <a:pt x="333" y="29"/>
                  <a:pt x="333" y="31"/>
                  <a:pt x="333" y="34"/>
                </a:cubicBezTo>
                <a:close/>
                <a:moveTo>
                  <a:pt x="493" y="14"/>
                </a:moveTo>
                <a:cubicBezTo>
                  <a:pt x="487" y="20"/>
                  <a:pt x="483" y="26"/>
                  <a:pt x="482" y="33"/>
                </a:cubicBezTo>
                <a:cubicBezTo>
                  <a:pt x="471" y="99"/>
                  <a:pt x="471" y="99"/>
                  <a:pt x="471" y="99"/>
                </a:cubicBezTo>
                <a:cubicBezTo>
                  <a:pt x="502" y="99"/>
                  <a:pt x="502" y="99"/>
                  <a:pt x="502" y="99"/>
                </a:cubicBezTo>
                <a:cubicBezTo>
                  <a:pt x="512" y="34"/>
                  <a:pt x="512" y="34"/>
                  <a:pt x="512" y="34"/>
                </a:cubicBezTo>
                <a:cubicBezTo>
                  <a:pt x="512" y="31"/>
                  <a:pt x="514" y="29"/>
                  <a:pt x="516" y="27"/>
                </a:cubicBezTo>
                <a:cubicBezTo>
                  <a:pt x="518" y="25"/>
                  <a:pt x="520" y="24"/>
                  <a:pt x="523" y="24"/>
                </a:cubicBezTo>
                <a:cubicBezTo>
                  <a:pt x="523" y="24"/>
                  <a:pt x="545" y="24"/>
                  <a:pt x="545" y="24"/>
                </a:cubicBezTo>
                <a:cubicBezTo>
                  <a:pt x="545" y="24"/>
                  <a:pt x="556" y="6"/>
                  <a:pt x="556" y="6"/>
                </a:cubicBezTo>
                <a:cubicBezTo>
                  <a:pt x="513" y="6"/>
                  <a:pt x="513" y="6"/>
                  <a:pt x="513" y="6"/>
                </a:cubicBezTo>
                <a:cubicBezTo>
                  <a:pt x="505" y="7"/>
                  <a:pt x="500" y="9"/>
                  <a:pt x="493" y="14"/>
                </a:cubicBezTo>
                <a:close/>
                <a:moveTo>
                  <a:pt x="443" y="6"/>
                </a:moveTo>
                <a:cubicBezTo>
                  <a:pt x="431" y="81"/>
                  <a:pt x="431" y="81"/>
                  <a:pt x="431" y="81"/>
                </a:cubicBezTo>
                <a:cubicBezTo>
                  <a:pt x="408" y="81"/>
                  <a:pt x="408" y="81"/>
                  <a:pt x="408" y="81"/>
                </a:cubicBezTo>
                <a:cubicBezTo>
                  <a:pt x="405" y="81"/>
                  <a:pt x="403" y="80"/>
                  <a:pt x="402" y="78"/>
                </a:cubicBezTo>
                <a:cubicBezTo>
                  <a:pt x="400" y="76"/>
                  <a:pt x="400" y="74"/>
                  <a:pt x="400" y="71"/>
                </a:cubicBezTo>
                <a:cubicBezTo>
                  <a:pt x="411" y="6"/>
                  <a:pt x="411" y="6"/>
                  <a:pt x="411" y="6"/>
                </a:cubicBezTo>
                <a:cubicBezTo>
                  <a:pt x="380" y="6"/>
                  <a:pt x="380" y="6"/>
                  <a:pt x="380" y="6"/>
                </a:cubicBezTo>
                <a:cubicBezTo>
                  <a:pt x="370" y="72"/>
                  <a:pt x="370" y="72"/>
                  <a:pt x="370" y="72"/>
                </a:cubicBezTo>
                <a:cubicBezTo>
                  <a:pt x="368" y="79"/>
                  <a:pt x="370" y="85"/>
                  <a:pt x="375" y="91"/>
                </a:cubicBezTo>
                <a:cubicBezTo>
                  <a:pt x="379" y="96"/>
                  <a:pt x="385" y="99"/>
                  <a:pt x="392" y="99"/>
                </a:cubicBezTo>
                <a:cubicBezTo>
                  <a:pt x="458" y="99"/>
                  <a:pt x="458" y="99"/>
                  <a:pt x="458" y="99"/>
                </a:cubicBezTo>
                <a:cubicBezTo>
                  <a:pt x="473" y="6"/>
                  <a:pt x="473" y="6"/>
                  <a:pt x="473" y="6"/>
                </a:cubicBezTo>
                <a:lnTo>
                  <a:pt x="443" y="6"/>
                </a:lnTo>
                <a:close/>
                <a:moveTo>
                  <a:pt x="15" y="6"/>
                </a:moveTo>
                <a:cubicBezTo>
                  <a:pt x="12" y="24"/>
                  <a:pt x="12" y="24"/>
                  <a:pt x="12" y="24"/>
                </a:cubicBezTo>
                <a:cubicBezTo>
                  <a:pt x="29" y="36"/>
                  <a:pt x="29" y="36"/>
                  <a:pt x="29" y="36"/>
                </a:cubicBezTo>
                <a:cubicBezTo>
                  <a:pt x="9" y="47"/>
                  <a:pt x="9" y="47"/>
                  <a:pt x="9" y="47"/>
                </a:cubicBezTo>
                <a:cubicBezTo>
                  <a:pt x="0" y="99"/>
                  <a:pt x="0" y="99"/>
                  <a:pt x="0" y="99"/>
                </a:cubicBezTo>
                <a:cubicBezTo>
                  <a:pt x="31" y="99"/>
                  <a:pt x="31" y="99"/>
                  <a:pt x="31" y="99"/>
                </a:cubicBezTo>
                <a:cubicBezTo>
                  <a:pt x="46" y="6"/>
                  <a:pt x="46" y="6"/>
                  <a:pt x="46" y="6"/>
                </a:cubicBezTo>
                <a:lnTo>
                  <a:pt x="15" y="6"/>
                </a:lnTo>
                <a:close/>
                <a:moveTo>
                  <a:pt x="124" y="6"/>
                </a:moveTo>
                <a:cubicBezTo>
                  <a:pt x="58" y="6"/>
                  <a:pt x="58" y="6"/>
                  <a:pt x="58" y="6"/>
                </a:cubicBezTo>
                <a:cubicBezTo>
                  <a:pt x="43" y="99"/>
                  <a:pt x="43" y="99"/>
                  <a:pt x="43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86" y="24"/>
                  <a:pt x="86" y="24"/>
                  <a:pt x="86" y="24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1" y="24"/>
                  <a:pt x="113" y="25"/>
                  <a:pt x="115" y="27"/>
                </a:cubicBezTo>
                <a:cubicBezTo>
                  <a:pt x="116" y="29"/>
                  <a:pt x="117" y="31"/>
                  <a:pt x="116" y="34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47" y="33"/>
                  <a:pt x="147" y="33"/>
                  <a:pt x="147" y="33"/>
                </a:cubicBezTo>
                <a:cubicBezTo>
                  <a:pt x="148" y="26"/>
                  <a:pt x="146" y="20"/>
                  <a:pt x="142" y="14"/>
                </a:cubicBezTo>
                <a:cubicBezTo>
                  <a:pt x="137" y="9"/>
                  <a:pt x="131" y="6"/>
                  <a:pt x="124" y="6"/>
                </a:cubicBezTo>
                <a:close/>
                <a:moveTo>
                  <a:pt x="244" y="51"/>
                </a:moveTo>
                <a:cubicBezTo>
                  <a:pt x="240" y="46"/>
                  <a:pt x="234" y="43"/>
                  <a:pt x="226" y="43"/>
                </a:cubicBezTo>
                <a:cubicBezTo>
                  <a:pt x="195" y="43"/>
                  <a:pt x="195" y="43"/>
                  <a:pt x="195" y="43"/>
                </a:cubicBezTo>
                <a:cubicBezTo>
                  <a:pt x="192" y="43"/>
                  <a:pt x="190" y="42"/>
                  <a:pt x="189" y="40"/>
                </a:cubicBezTo>
                <a:cubicBezTo>
                  <a:pt x="187" y="39"/>
                  <a:pt x="187" y="36"/>
                  <a:pt x="187" y="34"/>
                </a:cubicBezTo>
                <a:cubicBezTo>
                  <a:pt x="188" y="31"/>
                  <a:pt x="189" y="29"/>
                  <a:pt x="191" y="27"/>
                </a:cubicBezTo>
                <a:cubicBezTo>
                  <a:pt x="193" y="25"/>
                  <a:pt x="195" y="24"/>
                  <a:pt x="198" y="24"/>
                </a:cubicBezTo>
                <a:cubicBezTo>
                  <a:pt x="254" y="24"/>
                  <a:pt x="254" y="24"/>
                  <a:pt x="254" y="24"/>
                </a:cubicBezTo>
                <a:cubicBezTo>
                  <a:pt x="257" y="6"/>
                  <a:pt x="257" y="6"/>
                  <a:pt x="257" y="6"/>
                </a:cubicBezTo>
                <a:cubicBezTo>
                  <a:pt x="188" y="6"/>
                  <a:pt x="188" y="6"/>
                  <a:pt x="188" y="6"/>
                </a:cubicBezTo>
                <a:cubicBezTo>
                  <a:pt x="181" y="7"/>
                  <a:pt x="174" y="9"/>
                  <a:pt x="168" y="14"/>
                </a:cubicBezTo>
                <a:cubicBezTo>
                  <a:pt x="162" y="20"/>
                  <a:pt x="158" y="26"/>
                  <a:pt x="157" y="33"/>
                </a:cubicBezTo>
                <a:cubicBezTo>
                  <a:pt x="156" y="41"/>
                  <a:pt x="157" y="48"/>
                  <a:pt x="162" y="54"/>
                </a:cubicBezTo>
                <a:cubicBezTo>
                  <a:pt x="166" y="59"/>
                  <a:pt x="172" y="62"/>
                  <a:pt x="180" y="62"/>
                </a:cubicBezTo>
                <a:cubicBezTo>
                  <a:pt x="211" y="62"/>
                  <a:pt x="211" y="62"/>
                  <a:pt x="211" y="62"/>
                </a:cubicBezTo>
                <a:cubicBezTo>
                  <a:pt x="214" y="62"/>
                  <a:pt x="216" y="63"/>
                  <a:pt x="217" y="65"/>
                </a:cubicBezTo>
                <a:cubicBezTo>
                  <a:pt x="218" y="66"/>
                  <a:pt x="219" y="69"/>
                  <a:pt x="219" y="71"/>
                </a:cubicBezTo>
                <a:cubicBezTo>
                  <a:pt x="218" y="74"/>
                  <a:pt x="217" y="76"/>
                  <a:pt x="215" y="78"/>
                </a:cubicBezTo>
                <a:cubicBezTo>
                  <a:pt x="213" y="80"/>
                  <a:pt x="211" y="81"/>
                  <a:pt x="208" y="81"/>
                </a:cubicBezTo>
                <a:cubicBezTo>
                  <a:pt x="152" y="81"/>
                  <a:pt x="152" y="81"/>
                  <a:pt x="152" y="81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217" y="99"/>
                  <a:pt x="217" y="99"/>
                  <a:pt x="217" y="99"/>
                </a:cubicBezTo>
                <a:cubicBezTo>
                  <a:pt x="225" y="99"/>
                  <a:pt x="231" y="96"/>
                  <a:pt x="238" y="91"/>
                </a:cubicBezTo>
                <a:cubicBezTo>
                  <a:pt x="244" y="86"/>
                  <a:pt x="247" y="79"/>
                  <a:pt x="249" y="72"/>
                </a:cubicBezTo>
                <a:cubicBezTo>
                  <a:pt x="250" y="64"/>
                  <a:pt x="249" y="57"/>
                  <a:pt x="244" y="51"/>
                </a:cubicBezTo>
                <a:close/>
                <a:moveTo>
                  <a:pt x="698" y="16"/>
                </a:moveTo>
                <a:cubicBezTo>
                  <a:pt x="705" y="19"/>
                  <a:pt x="715" y="24"/>
                  <a:pt x="724" y="30"/>
                </a:cubicBezTo>
                <a:cubicBezTo>
                  <a:pt x="724" y="14"/>
                  <a:pt x="724" y="14"/>
                  <a:pt x="724" y="14"/>
                </a:cubicBezTo>
                <a:cubicBezTo>
                  <a:pt x="715" y="8"/>
                  <a:pt x="705" y="3"/>
                  <a:pt x="698" y="0"/>
                </a:cubicBezTo>
                <a:lnTo>
                  <a:pt x="698" y="16"/>
                </a:lnTo>
                <a:close/>
                <a:moveTo>
                  <a:pt x="698" y="80"/>
                </a:moveTo>
                <a:cubicBezTo>
                  <a:pt x="698" y="99"/>
                  <a:pt x="698" y="99"/>
                  <a:pt x="698" y="99"/>
                </a:cubicBezTo>
                <a:cubicBezTo>
                  <a:pt x="703" y="96"/>
                  <a:pt x="715" y="88"/>
                  <a:pt x="724" y="78"/>
                </a:cubicBezTo>
                <a:cubicBezTo>
                  <a:pt x="724" y="56"/>
                  <a:pt x="724" y="56"/>
                  <a:pt x="724" y="56"/>
                </a:cubicBezTo>
                <a:cubicBezTo>
                  <a:pt x="716" y="66"/>
                  <a:pt x="705" y="75"/>
                  <a:pt x="698" y="80"/>
                </a:cubicBezTo>
                <a:close/>
                <a:moveTo>
                  <a:pt x="760" y="22"/>
                </a:moveTo>
                <a:cubicBezTo>
                  <a:pt x="760" y="22"/>
                  <a:pt x="760" y="22"/>
                  <a:pt x="760" y="22"/>
                </a:cubicBezTo>
                <a:cubicBezTo>
                  <a:pt x="755" y="22"/>
                  <a:pt x="755" y="22"/>
                  <a:pt x="755" y="22"/>
                </a:cubicBezTo>
                <a:cubicBezTo>
                  <a:pt x="755" y="15"/>
                  <a:pt x="755" y="15"/>
                  <a:pt x="755" y="15"/>
                </a:cubicBezTo>
                <a:cubicBezTo>
                  <a:pt x="768" y="15"/>
                  <a:pt x="768" y="15"/>
                  <a:pt x="768" y="15"/>
                </a:cubicBezTo>
                <a:cubicBezTo>
                  <a:pt x="768" y="6"/>
                  <a:pt x="768" y="6"/>
                  <a:pt x="768" y="6"/>
                </a:cubicBezTo>
                <a:cubicBezTo>
                  <a:pt x="755" y="6"/>
                  <a:pt x="755" y="6"/>
                  <a:pt x="755" y="6"/>
                </a:cubicBezTo>
                <a:cubicBezTo>
                  <a:pt x="755" y="0"/>
                  <a:pt x="755" y="0"/>
                  <a:pt x="755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43" y="6"/>
                  <a:pt x="743" y="6"/>
                  <a:pt x="743" y="6"/>
                </a:cubicBezTo>
                <a:cubicBezTo>
                  <a:pt x="730" y="6"/>
                  <a:pt x="730" y="6"/>
                  <a:pt x="730" y="6"/>
                </a:cubicBezTo>
                <a:cubicBezTo>
                  <a:pt x="730" y="15"/>
                  <a:pt x="730" y="15"/>
                  <a:pt x="730" y="15"/>
                </a:cubicBezTo>
                <a:cubicBezTo>
                  <a:pt x="743" y="15"/>
                  <a:pt x="743" y="15"/>
                  <a:pt x="743" y="15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43" y="22"/>
                  <a:pt x="743" y="22"/>
                  <a:pt x="743" y="22"/>
                </a:cubicBezTo>
                <a:cubicBezTo>
                  <a:pt x="730" y="22"/>
                  <a:pt x="730" y="22"/>
                  <a:pt x="730" y="22"/>
                </a:cubicBezTo>
                <a:cubicBezTo>
                  <a:pt x="730" y="66"/>
                  <a:pt x="730" y="66"/>
                  <a:pt x="730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66"/>
                  <a:pt x="743" y="66"/>
                  <a:pt x="743" y="66"/>
                </a:cubicBezTo>
                <a:cubicBezTo>
                  <a:pt x="743" y="75"/>
                  <a:pt x="743" y="75"/>
                  <a:pt x="743" y="75"/>
                </a:cubicBezTo>
                <a:cubicBezTo>
                  <a:pt x="730" y="75"/>
                  <a:pt x="730" y="75"/>
                  <a:pt x="730" y="75"/>
                </a:cubicBezTo>
                <a:cubicBezTo>
                  <a:pt x="730" y="83"/>
                  <a:pt x="730" y="83"/>
                  <a:pt x="730" y="83"/>
                </a:cubicBezTo>
                <a:cubicBezTo>
                  <a:pt x="743" y="83"/>
                  <a:pt x="743" y="83"/>
                  <a:pt x="743" y="83"/>
                </a:cubicBezTo>
                <a:cubicBezTo>
                  <a:pt x="743" y="99"/>
                  <a:pt x="743" y="99"/>
                  <a:pt x="743" y="99"/>
                </a:cubicBezTo>
                <a:cubicBezTo>
                  <a:pt x="755" y="95"/>
                  <a:pt x="755" y="95"/>
                  <a:pt x="755" y="95"/>
                </a:cubicBezTo>
                <a:cubicBezTo>
                  <a:pt x="755" y="83"/>
                  <a:pt x="755" y="83"/>
                  <a:pt x="755" y="83"/>
                </a:cubicBezTo>
                <a:cubicBezTo>
                  <a:pt x="768" y="83"/>
                  <a:pt x="768" y="83"/>
                  <a:pt x="768" y="83"/>
                </a:cubicBezTo>
                <a:cubicBezTo>
                  <a:pt x="768" y="75"/>
                  <a:pt x="768" y="75"/>
                  <a:pt x="768" y="75"/>
                </a:cubicBezTo>
                <a:cubicBezTo>
                  <a:pt x="755" y="75"/>
                  <a:pt x="755" y="75"/>
                  <a:pt x="755" y="75"/>
                </a:cubicBezTo>
                <a:cubicBezTo>
                  <a:pt x="755" y="66"/>
                  <a:pt x="755" y="66"/>
                  <a:pt x="755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56" y="66"/>
                  <a:pt x="756" y="66"/>
                  <a:pt x="756" y="66"/>
                </a:cubicBezTo>
                <a:cubicBezTo>
                  <a:pt x="768" y="66"/>
                  <a:pt x="768" y="66"/>
                  <a:pt x="768" y="66"/>
                </a:cubicBezTo>
                <a:cubicBezTo>
                  <a:pt x="768" y="30"/>
                  <a:pt x="768" y="30"/>
                  <a:pt x="768" y="30"/>
                </a:cubicBezTo>
                <a:cubicBezTo>
                  <a:pt x="768" y="25"/>
                  <a:pt x="764" y="22"/>
                  <a:pt x="760" y="22"/>
                </a:cubicBezTo>
                <a:close/>
                <a:moveTo>
                  <a:pt x="756" y="57"/>
                </a:moveTo>
                <a:cubicBezTo>
                  <a:pt x="743" y="57"/>
                  <a:pt x="743" y="57"/>
                  <a:pt x="743" y="57"/>
                </a:cubicBezTo>
                <a:cubicBezTo>
                  <a:pt x="743" y="48"/>
                  <a:pt x="743" y="48"/>
                  <a:pt x="743" y="48"/>
                </a:cubicBezTo>
                <a:cubicBezTo>
                  <a:pt x="756" y="48"/>
                  <a:pt x="756" y="48"/>
                  <a:pt x="756" y="48"/>
                </a:cubicBezTo>
                <a:lnTo>
                  <a:pt x="756" y="57"/>
                </a:lnTo>
                <a:close/>
                <a:moveTo>
                  <a:pt x="756" y="39"/>
                </a:moveTo>
                <a:cubicBezTo>
                  <a:pt x="743" y="39"/>
                  <a:pt x="743" y="39"/>
                  <a:pt x="743" y="39"/>
                </a:cubicBezTo>
                <a:cubicBezTo>
                  <a:pt x="743" y="31"/>
                  <a:pt x="743" y="31"/>
                  <a:pt x="743" y="31"/>
                </a:cubicBezTo>
                <a:cubicBezTo>
                  <a:pt x="756" y="31"/>
                  <a:pt x="756" y="31"/>
                  <a:pt x="756" y="31"/>
                </a:cubicBezTo>
                <a:lnTo>
                  <a:pt x="756" y="39"/>
                </a:lnTo>
                <a:close/>
                <a:moveTo>
                  <a:pt x="801" y="6"/>
                </a:moveTo>
                <a:cubicBezTo>
                  <a:pt x="774" y="6"/>
                  <a:pt x="774" y="6"/>
                  <a:pt x="774" y="6"/>
                </a:cubicBezTo>
                <a:cubicBezTo>
                  <a:pt x="774" y="15"/>
                  <a:pt x="774" y="15"/>
                  <a:pt x="774" y="15"/>
                </a:cubicBezTo>
                <a:cubicBezTo>
                  <a:pt x="796" y="15"/>
                  <a:pt x="796" y="15"/>
                  <a:pt x="796" y="15"/>
                </a:cubicBezTo>
                <a:cubicBezTo>
                  <a:pt x="796" y="31"/>
                  <a:pt x="796" y="31"/>
                  <a:pt x="796" y="31"/>
                </a:cubicBezTo>
                <a:cubicBezTo>
                  <a:pt x="786" y="31"/>
                  <a:pt x="786" y="31"/>
                  <a:pt x="786" y="31"/>
                </a:cubicBezTo>
                <a:cubicBezTo>
                  <a:pt x="786" y="25"/>
                  <a:pt x="786" y="21"/>
                  <a:pt x="786" y="18"/>
                </a:cubicBezTo>
                <a:cubicBezTo>
                  <a:pt x="774" y="18"/>
                  <a:pt x="774" y="18"/>
                  <a:pt x="774" y="18"/>
                </a:cubicBezTo>
                <a:cubicBezTo>
                  <a:pt x="774" y="27"/>
                  <a:pt x="774" y="68"/>
                  <a:pt x="773" y="99"/>
                </a:cubicBezTo>
                <a:cubicBezTo>
                  <a:pt x="785" y="95"/>
                  <a:pt x="785" y="95"/>
                  <a:pt x="785" y="95"/>
                </a:cubicBezTo>
                <a:cubicBezTo>
                  <a:pt x="786" y="85"/>
                  <a:pt x="786" y="74"/>
                  <a:pt x="786" y="64"/>
                </a:cubicBezTo>
                <a:cubicBezTo>
                  <a:pt x="796" y="64"/>
                  <a:pt x="796" y="64"/>
                  <a:pt x="796" y="64"/>
                </a:cubicBezTo>
                <a:cubicBezTo>
                  <a:pt x="796" y="88"/>
                  <a:pt x="796" y="88"/>
                  <a:pt x="796" y="88"/>
                </a:cubicBezTo>
                <a:cubicBezTo>
                  <a:pt x="796" y="89"/>
                  <a:pt x="795" y="90"/>
                  <a:pt x="794" y="90"/>
                </a:cubicBezTo>
                <a:cubicBezTo>
                  <a:pt x="794" y="90"/>
                  <a:pt x="794" y="90"/>
                  <a:pt x="794" y="90"/>
                </a:cubicBezTo>
                <a:cubicBezTo>
                  <a:pt x="790" y="90"/>
                  <a:pt x="790" y="90"/>
                  <a:pt x="790" y="90"/>
                </a:cubicBezTo>
                <a:cubicBezTo>
                  <a:pt x="790" y="99"/>
                  <a:pt x="790" y="99"/>
                  <a:pt x="790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799" y="99"/>
                  <a:pt x="799" y="99"/>
                  <a:pt x="799" y="99"/>
                </a:cubicBezTo>
                <a:cubicBezTo>
                  <a:pt x="805" y="99"/>
                  <a:pt x="809" y="95"/>
                  <a:pt x="809" y="90"/>
                </a:cubicBezTo>
                <a:cubicBezTo>
                  <a:pt x="809" y="90"/>
                  <a:pt x="809" y="90"/>
                  <a:pt x="809" y="90"/>
                </a:cubicBezTo>
                <a:cubicBezTo>
                  <a:pt x="809" y="14"/>
                  <a:pt x="809" y="14"/>
                  <a:pt x="809" y="14"/>
                </a:cubicBezTo>
                <a:cubicBezTo>
                  <a:pt x="809" y="10"/>
                  <a:pt x="805" y="6"/>
                  <a:pt x="801" y="6"/>
                </a:cubicBezTo>
                <a:close/>
                <a:moveTo>
                  <a:pt x="796" y="55"/>
                </a:moveTo>
                <a:cubicBezTo>
                  <a:pt x="786" y="55"/>
                  <a:pt x="786" y="55"/>
                  <a:pt x="786" y="55"/>
                </a:cubicBezTo>
                <a:cubicBezTo>
                  <a:pt x="786" y="49"/>
                  <a:pt x="786" y="44"/>
                  <a:pt x="786" y="39"/>
                </a:cubicBezTo>
                <a:cubicBezTo>
                  <a:pt x="796" y="39"/>
                  <a:pt x="796" y="39"/>
                  <a:pt x="796" y="39"/>
                </a:cubicBezTo>
                <a:lnTo>
                  <a:pt x="796" y="55"/>
                </a:lnTo>
                <a:close/>
                <a:moveTo>
                  <a:pt x="724" y="36"/>
                </a:moveTo>
                <a:cubicBezTo>
                  <a:pt x="715" y="30"/>
                  <a:pt x="705" y="25"/>
                  <a:pt x="698" y="22"/>
                </a:cubicBezTo>
                <a:cubicBezTo>
                  <a:pt x="698" y="38"/>
                  <a:pt x="698" y="38"/>
                  <a:pt x="698" y="38"/>
                </a:cubicBezTo>
                <a:cubicBezTo>
                  <a:pt x="705" y="41"/>
                  <a:pt x="715" y="46"/>
                  <a:pt x="724" y="52"/>
                </a:cubicBezTo>
                <a:lnTo>
                  <a:pt x="724" y="36"/>
                </a:lnTo>
                <a:close/>
                <a:moveTo>
                  <a:pt x="581" y="38"/>
                </a:moveTo>
                <a:cubicBezTo>
                  <a:pt x="588" y="41"/>
                  <a:pt x="598" y="46"/>
                  <a:pt x="607" y="52"/>
                </a:cubicBezTo>
                <a:cubicBezTo>
                  <a:pt x="607" y="37"/>
                  <a:pt x="607" y="37"/>
                  <a:pt x="607" y="37"/>
                </a:cubicBezTo>
                <a:cubicBezTo>
                  <a:pt x="598" y="30"/>
                  <a:pt x="588" y="25"/>
                  <a:pt x="581" y="22"/>
                </a:cubicBezTo>
                <a:lnTo>
                  <a:pt x="581" y="38"/>
                </a:lnTo>
                <a:close/>
                <a:moveTo>
                  <a:pt x="581" y="16"/>
                </a:moveTo>
                <a:cubicBezTo>
                  <a:pt x="588" y="19"/>
                  <a:pt x="598" y="24"/>
                  <a:pt x="607" y="30"/>
                </a:cubicBezTo>
                <a:cubicBezTo>
                  <a:pt x="607" y="14"/>
                  <a:pt x="607" y="14"/>
                  <a:pt x="607" y="14"/>
                </a:cubicBezTo>
                <a:cubicBezTo>
                  <a:pt x="598" y="8"/>
                  <a:pt x="588" y="3"/>
                  <a:pt x="581" y="0"/>
                </a:cubicBezTo>
                <a:lnTo>
                  <a:pt x="581" y="16"/>
                </a:lnTo>
                <a:close/>
                <a:moveTo>
                  <a:pt x="684" y="55"/>
                </a:moveTo>
                <a:cubicBezTo>
                  <a:pt x="666" y="55"/>
                  <a:pt x="666" y="55"/>
                  <a:pt x="666" y="55"/>
                </a:cubicBezTo>
                <a:cubicBezTo>
                  <a:pt x="663" y="59"/>
                  <a:pt x="659" y="62"/>
                  <a:pt x="655" y="66"/>
                </a:cubicBezTo>
                <a:cubicBezTo>
                  <a:pt x="654" y="66"/>
                  <a:pt x="647" y="59"/>
                  <a:pt x="644" y="55"/>
                </a:cubicBezTo>
                <a:cubicBezTo>
                  <a:pt x="632" y="55"/>
                  <a:pt x="632" y="55"/>
                  <a:pt x="632" y="55"/>
                </a:cubicBezTo>
                <a:cubicBezTo>
                  <a:pt x="632" y="51"/>
                  <a:pt x="632" y="51"/>
                  <a:pt x="632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75" y="51"/>
                  <a:pt x="675" y="51"/>
                  <a:pt x="675" y="51"/>
                </a:cubicBezTo>
                <a:cubicBezTo>
                  <a:pt x="680" y="51"/>
                  <a:pt x="684" y="47"/>
                  <a:pt x="684" y="42"/>
                </a:cubicBezTo>
                <a:cubicBezTo>
                  <a:pt x="684" y="42"/>
                  <a:pt x="684" y="42"/>
                  <a:pt x="684" y="42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5"/>
                  <a:pt x="684" y="15"/>
                  <a:pt x="684" y="15"/>
                </a:cubicBezTo>
                <a:cubicBezTo>
                  <a:pt x="684" y="10"/>
                  <a:pt x="680" y="6"/>
                  <a:pt x="675" y="6"/>
                </a:cubicBezTo>
                <a:cubicBezTo>
                  <a:pt x="675" y="6"/>
                  <a:pt x="675" y="6"/>
                  <a:pt x="675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58" y="0"/>
                  <a:pt x="658" y="0"/>
                  <a:pt x="658" y="0"/>
                </a:cubicBezTo>
                <a:cubicBezTo>
                  <a:pt x="640" y="0"/>
                  <a:pt x="640" y="0"/>
                  <a:pt x="640" y="0"/>
                </a:cubicBezTo>
                <a:cubicBezTo>
                  <a:pt x="640" y="6"/>
                  <a:pt x="640" y="6"/>
                  <a:pt x="640" y="6"/>
                </a:cubicBezTo>
                <a:cubicBezTo>
                  <a:pt x="614" y="6"/>
                  <a:pt x="614" y="6"/>
                  <a:pt x="614" y="6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0"/>
                  <a:pt x="614" y="90"/>
                  <a:pt x="614" y="90"/>
                </a:cubicBezTo>
                <a:cubicBezTo>
                  <a:pt x="614" y="95"/>
                  <a:pt x="618" y="99"/>
                  <a:pt x="623" y="99"/>
                </a:cubicBezTo>
                <a:cubicBezTo>
                  <a:pt x="623" y="99"/>
                  <a:pt x="623" y="99"/>
                  <a:pt x="623" y="99"/>
                </a:cubicBezTo>
                <a:cubicBezTo>
                  <a:pt x="643" y="99"/>
                  <a:pt x="643" y="99"/>
                  <a:pt x="643" y="99"/>
                </a:cubicBezTo>
                <a:cubicBezTo>
                  <a:pt x="646" y="90"/>
                  <a:pt x="646" y="90"/>
                  <a:pt x="646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5" y="90"/>
                  <a:pt x="635" y="90"/>
                  <a:pt x="635" y="90"/>
                </a:cubicBezTo>
                <a:cubicBezTo>
                  <a:pt x="633" y="90"/>
                  <a:pt x="632" y="89"/>
                  <a:pt x="632" y="88"/>
                </a:cubicBezTo>
                <a:cubicBezTo>
                  <a:pt x="632" y="62"/>
                  <a:pt x="632" y="62"/>
                  <a:pt x="632" y="62"/>
                </a:cubicBezTo>
                <a:cubicBezTo>
                  <a:pt x="640" y="71"/>
                  <a:pt x="654" y="86"/>
                  <a:pt x="667" y="99"/>
                </a:cubicBezTo>
                <a:cubicBezTo>
                  <a:pt x="692" y="99"/>
                  <a:pt x="692" y="99"/>
                  <a:pt x="692" y="99"/>
                </a:cubicBezTo>
                <a:cubicBezTo>
                  <a:pt x="688" y="96"/>
                  <a:pt x="673" y="83"/>
                  <a:pt x="665" y="76"/>
                </a:cubicBezTo>
                <a:cubicBezTo>
                  <a:pt x="674" y="68"/>
                  <a:pt x="680" y="61"/>
                  <a:pt x="684" y="55"/>
                </a:cubicBezTo>
                <a:close/>
                <a:moveTo>
                  <a:pt x="632" y="33"/>
                </a:moveTo>
                <a:cubicBezTo>
                  <a:pt x="657" y="33"/>
                  <a:pt x="657" y="33"/>
                  <a:pt x="657" y="33"/>
                </a:cubicBezTo>
                <a:cubicBezTo>
                  <a:pt x="661" y="24"/>
                  <a:pt x="661" y="24"/>
                  <a:pt x="661" y="24"/>
                </a:cubicBezTo>
                <a:cubicBezTo>
                  <a:pt x="632" y="24"/>
                  <a:pt x="632" y="24"/>
                  <a:pt x="632" y="24"/>
                </a:cubicBezTo>
                <a:cubicBezTo>
                  <a:pt x="632" y="15"/>
                  <a:pt x="632" y="15"/>
                  <a:pt x="632" y="15"/>
                </a:cubicBezTo>
                <a:cubicBezTo>
                  <a:pt x="663" y="15"/>
                  <a:pt x="663" y="15"/>
                  <a:pt x="663" y="15"/>
                </a:cubicBezTo>
                <a:cubicBezTo>
                  <a:pt x="664" y="15"/>
                  <a:pt x="666" y="16"/>
                  <a:pt x="666" y="18"/>
                </a:cubicBezTo>
                <a:cubicBezTo>
                  <a:pt x="666" y="40"/>
                  <a:pt x="666" y="40"/>
                  <a:pt x="666" y="40"/>
                </a:cubicBezTo>
                <a:cubicBezTo>
                  <a:pt x="665" y="41"/>
                  <a:pt x="664" y="42"/>
                  <a:pt x="663" y="42"/>
                </a:cubicBezTo>
                <a:cubicBezTo>
                  <a:pt x="632" y="42"/>
                  <a:pt x="632" y="42"/>
                  <a:pt x="632" y="42"/>
                </a:cubicBezTo>
                <a:lnTo>
                  <a:pt x="632" y="33"/>
                </a:lnTo>
                <a:close/>
              </a:path>
            </a:pathLst>
          </a:custGeom>
          <a:solidFill>
            <a:srgbClr val="0D48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8ACBF9D-83A9-B845-A5B1-53CEFD6A5BAC}"/>
              </a:ext>
            </a:extLst>
          </p:cNvPr>
          <p:cNvSpPr>
            <a:spLocks/>
          </p:cNvSpPr>
          <p:nvPr/>
        </p:nvSpPr>
        <p:spPr bwMode="auto">
          <a:xfrm>
            <a:off x="6674663" y="896471"/>
            <a:ext cx="4881600" cy="5325036"/>
          </a:xfrm>
          <a:custGeom>
            <a:avLst/>
            <a:gdLst>
              <a:gd name="T0" fmla="*/ 320 w 1531"/>
              <a:gd name="T1" fmla="*/ 18 h 1670"/>
              <a:gd name="T2" fmla="*/ 1504 w 1531"/>
              <a:gd name="T3" fmla="*/ 822 h 1670"/>
              <a:gd name="T4" fmla="*/ 1500 w 1531"/>
              <a:gd name="T5" fmla="*/ 895 h 1670"/>
              <a:gd name="T6" fmla="*/ 69 w 1531"/>
              <a:gd name="T7" fmla="*/ 1653 h 1670"/>
              <a:gd name="T8" fmla="*/ 6 w 1531"/>
              <a:gd name="T9" fmla="*/ 1608 h 1670"/>
              <a:gd name="T10" fmla="*/ 254 w 1531"/>
              <a:gd name="T11" fmla="*/ 47 h 1670"/>
              <a:gd name="T12" fmla="*/ 320 w 1531"/>
              <a:gd name="T13" fmla="*/ 18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1" h="1670">
                <a:moveTo>
                  <a:pt x="320" y="18"/>
                </a:moveTo>
                <a:cubicBezTo>
                  <a:pt x="1504" y="822"/>
                  <a:pt x="1504" y="822"/>
                  <a:pt x="1504" y="822"/>
                </a:cubicBezTo>
                <a:cubicBezTo>
                  <a:pt x="1531" y="840"/>
                  <a:pt x="1529" y="880"/>
                  <a:pt x="1500" y="895"/>
                </a:cubicBezTo>
                <a:cubicBezTo>
                  <a:pt x="69" y="1653"/>
                  <a:pt x="69" y="1653"/>
                  <a:pt x="69" y="1653"/>
                </a:cubicBezTo>
                <a:cubicBezTo>
                  <a:pt x="37" y="1670"/>
                  <a:pt x="0" y="1643"/>
                  <a:pt x="6" y="1608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16"/>
                  <a:pt x="294" y="0"/>
                  <a:pt x="320" y="18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545" t="-360" r="-27739" b="-7212"/>
            </a:stretch>
          </a:blip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62E33D86-BDAF-C849-AB00-A49143680833}"/>
              </a:ext>
            </a:extLst>
          </p:cNvPr>
          <p:cNvSpPr>
            <a:spLocks/>
          </p:cNvSpPr>
          <p:nvPr/>
        </p:nvSpPr>
        <p:spPr bwMode="auto">
          <a:xfrm>
            <a:off x="10707842" y="3734784"/>
            <a:ext cx="623702" cy="681626"/>
          </a:xfrm>
          <a:custGeom>
            <a:avLst/>
            <a:gdLst>
              <a:gd name="T0" fmla="*/ 56 w 196"/>
              <a:gd name="T1" fmla="*/ 7 h 214"/>
              <a:gd name="T2" fmla="*/ 185 w 196"/>
              <a:gd name="T3" fmla="*/ 95 h 214"/>
              <a:gd name="T4" fmla="*/ 184 w 196"/>
              <a:gd name="T5" fmla="*/ 124 h 214"/>
              <a:gd name="T6" fmla="*/ 28 w 196"/>
              <a:gd name="T7" fmla="*/ 207 h 214"/>
              <a:gd name="T8" fmla="*/ 2 w 196"/>
              <a:gd name="T9" fmla="*/ 189 h 214"/>
              <a:gd name="T10" fmla="*/ 29 w 196"/>
              <a:gd name="T11" fmla="*/ 19 h 214"/>
              <a:gd name="T12" fmla="*/ 56 w 196"/>
              <a:gd name="T13" fmla="*/ 7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6" h="214">
                <a:moveTo>
                  <a:pt x="56" y="7"/>
                </a:moveTo>
                <a:cubicBezTo>
                  <a:pt x="185" y="95"/>
                  <a:pt x="185" y="95"/>
                  <a:pt x="185" y="95"/>
                </a:cubicBezTo>
                <a:cubicBezTo>
                  <a:pt x="196" y="102"/>
                  <a:pt x="195" y="118"/>
                  <a:pt x="184" y="124"/>
                </a:cubicBezTo>
                <a:cubicBezTo>
                  <a:pt x="28" y="207"/>
                  <a:pt x="28" y="207"/>
                  <a:pt x="28" y="207"/>
                </a:cubicBezTo>
                <a:cubicBezTo>
                  <a:pt x="15" y="214"/>
                  <a:pt x="0" y="203"/>
                  <a:pt x="2" y="18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6"/>
                  <a:pt x="46" y="0"/>
                  <a:pt x="56" y="7"/>
                </a:cubicBezTo>
                <a:close/>
              </a:path>
            </a:pathLst>
          </a:cu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BDE6DD-2993-814A-BC1C-868BA17F59BB}"/>
              </a:ext>
            </a:extLst>
          </p:cNvPr>
          <p:cNvSpPr>
            <a:spLocks/>
          </p:cNvSpPr>
          <p:nvPr/>
        </p:nvSpPr>
        <p:spPr bwMode="auto">
          <a:xfrm>
            <a:off x="5877187" y="2816071"/>
            <a:ext cx="2470558" cy="2694174"/>
          </a:xfrm>
          <a:custGeom>
            <a:avLst/>
            <a:gdLst>
              <a:gd name="T0" fmla="*/ 177 w 775"/>
              <a:gd name="T1" fmla="*/ 14 h 845"/>
              <a:gd name="T2" fmla="*/ 754 w 775"/>
              <a:gd name="T3" fmla="*/ 405 h 845"/>
              <a:gd name="T4" fmla="*/ 751 w 775"/>
              <a:gd name="T5" fmla="*/ 463 h 845"/>
              <a:gd name="T6" fmla="*/ 54 w 775"/>
              <a:gd name="T7" fmla="*/ 832 h 845"/>
              <a:gd name="T8" fmla="*/ 4 w 775"/>
              <a:gd name="T9" fmla="*/ 797 h 845"/>
              <a:gd name="T10" fmla="*/ 125 w 775"/>
              <a:gd name="T11" fmla="*/ 37 h 845"/>
              <a:gd name="T12" fmla="*/ 177 w 775"/>
              <a:gd name="T13" fmla="*/ 14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5" h="845">
                <a:moveTo>
                  <a:pt x="177" y="14"/>
                </a:moveTo>
                <a:cubicBezTo>
                  <a:pt x="754" y="405"/>
                  <a:pt x="754" y="405"/>
                  <a:pt x="754" y="405"/>
                </a:cubicBezTo>
                <a:cubicBezTo>
                  <a:pt x="775" y="419"/>
                  <a:pt x="773" y="451"/>
                  <a:pt x="751" y="463"/>
                </a:cubicBezTo>
                <a:cubicBezTo>
                  <a:pt x="54" y="832"/>
                  <a:pt x="54" y="832"/>
                  <a:pt x="54" y="832"/>
                </a:cubicBezTo>
                <a:cubicBezTo>
                  <a:pt x="29" y="845"/>
                  <a:pt x="0" y="825"/>
                  <a:pt x="4" y="79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9" y="12"/>
                  <a:pt x="157" y="0"/>
                  <a:pt x="177" y="14"/>
                </a:cubicBezTo>
                <a:close/>
              </a:path>
            </a:pathLst>
          </a:cu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876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6186E66E-A73C-6949-BD2D-D5379E89559E}"/>
              </a:ext>
            </a:extLst>
          </p:cNvPr>
          <p:cNvSpPr txBox="1"/>
          <p:nvPr/>
        </p:nvSpPr>
        <p:spPr>
          <a:xfrm>
            <a:off x="1003300" y="749300"/>
            <a:ext cx="3954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字体使用规范：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C6A5C9-2005-DB41-AD13-5BF4308497CD}"/>
              </a:ext>
            </a:extLst>
          </p:cNvPr>
          <p:cNvSpPr txBox="1"/>
          <p:nvPr/>
        </p:nvSpPr>
        <p:spPr>
          <a:xfrm>
            <a:off x="990601" y="155587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中文字体：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2D460-71B2-2140-A16A-B22E8E5CF109}"/>
              </a:ext>
            </a:extLst>
          </p:cNvPr>
          <p:cNvSpPr txBox="1"/>
          <p:nvPr/>
        </p:nvSpPr>
        <p:spPr>
          <a:xfrm>
            <a:off x="1028702" y="2068421"/>
            <a:ext cx="1219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0" dirty="0" smtClean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微软雅黑</a:t>
            </a:r>
            <a:endParaRPr lang="zh-CN" altLang="en-US" sz="1600" b="0" dirty="0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FE5D61-C568-5F40-B9A3-0AE322B72475}"/>
              </a:ext>
            </a:extLst>
          </p:cNvPr>
          <p:cNvSpPr txBox="1"/>
          <p:nvPr/>
        </p:nvSpPr>
        <p:spPr>
          <a:xfrm>
            <a:off x="990601" y="2428833"/>
            <a:ext cx="4457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浪潮集团演示文稿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6BC031-9CD7-DD46-A318-7C5A7D7E5164}"/>
              </a:ext>
            </a:extLst>
          </p:cNvPr>
          <p:cNvSpPr txBox="1"/>
          <p:nvPr/>
        </p:nvSpPr>
        <p:spPr>
          <a:xfrm>
            <a:off x="6756772" y="1555871"/>
            <a:ext cx="191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英文字体：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6B3090-8604-374B-87C1-E1466E81D972}"/>
              </a:ext>
            </a:extLst>
          </p:cNvPr>
          <p:cNvSpPr txBox="1"/>
          <p:nvPr/>
        </p:nvSpPr>
        <p:spPr>
          <a:xfrm>
            <a:off x="6807573" y="2114587"/>
            <a:ext cx="1193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0" dirty="0" smtClean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微软雅黑</a:t>
            </a:r>
            <a:endParaRPr lang="zh-CN" altLang="en-US" sz="1600" b="0" dirty="0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0DC40DB-3327-E14E-9C76-706B315BB904}"/>
              </a:ext>
            </a:extLst>
          </p:cNvPr>
          <p:cNvSpPr txBox="1"/>
          <p:nvPr/>
        </p:nvSpPr>
        <p:spPr>
          <a:xfrm>
            <a:off x="6769472" y="2474999"/>
            <a:ext cx="4664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 Inspur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Group</a:t>
            </a:r>
          </a:p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Presentation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FE5D61-C568-5F40-B9A3-0AE322B72475}"/>
              </a:ext>
            </a:extLst>
          </p:cNvPr>
          <p:cNvSpPr txBox="1"/>
          <p:nvPr/>
        </p:nvSpPr>
        <p:spPr>
          <a:xfrm>
            <a:off x="1028702" y="4009680"/>
            <a:ext cx="10775218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页面标题：微软雅黑 </a:t>
            </a:r>
            <a:r>
              <a:rPr lang="en-US" altLang="zh-CN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 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加粗；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二级标题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号字，加粗；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：微软雅黑，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号字；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86E66E-A73C-6949-BD2D-D5379E89559E}"/>
              </a:ext>
            </a:extLst>
          </p:cNvPr>
          <p:cNvSpPr txBox="1"/>
          <p:nvPr/>
        </p:nvSpPr>
        <p:spPr>
          <a:xfrm>
            <a:off x="990601" y="3424905"/>
            <a:ext cx="3954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2400" dirty="0" smtClean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字体格式规范</a:t>
            </a:r>
            <a:r>
              <a:rPr lang="zh-CN" altLang="en-US" sz="240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9839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6186E66E-A73C-6949-BD2D-D5379E89559E}"/>
              </a:ext>
            </a:extLst>
          </p:cNvPr>
          <p:cNvSpPr txBox="1"/>
          <p:nvPr/>
        </p:nvSpPr>
        <p:spPr>
          <a:xfrm>
            <a:off x="1003300" y="749300"/>
            <a:ext cx="3954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色彩使用规范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浅色版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52D460-71B2-2140-A16A-B22E8E5CF109}"/>
              </a:ext>
            </a:extLst>
          </p:cNvPr>
          <p:cNvSpPr txBox="1"/>
          <p:nvPr/>
        </p:nvSpPr>
        <p:spPr>
          <a:xfrm>
            <a:off x="1003301" y="1248172"/>
            <a:ext cx="90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色只应用于标志，其它色系为辅助颜色搭配，同一页面尽量不超过三种色系。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01DEFF-2A02-4B42-8EB6-B21D6EA7989A}"/>
              </a:ext>
            </a:extLst>
          </p:cNvPr>
          <p:cNvSpPr/>
          <p:nvPr/>
        </p:nvSpPr>
        <p:spPr>
          <a:xfrm>
            <a:off x="1079500" y="3797300"/>
            <a:ext cx="1816100" cy="635000"/>
          </a:xfrm>
          <a:prstGeom prst="rect">
            <a:avLst/>
          </a:prstGeom>
          <a:gradFill flip="none" rotWithShape="1">
            <a:gsLst>
              <a:gs pos="0">
                <a:srgbClr val="00A0A0"/>
              </a:gs>
              <a:gs pos="97000">
                <a:srgbClr val="0D48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C0E211-1D6A-E04A-B0CE-AA5AE3CC26A6}"/>
              </a:ext>
            </a:extLst>
          </p:cNvPr>
          <p:cNvSpPr/>
          <p:nvPr/>
        </p:nvSpPr>
        <p:spPr>
          <a:xfrm>
            <a:off x="1079500" y="2446288"/>
            <a:ext cx="1816100" cy="635000"/>
          </a:xfrm>
          <a:prstGeom prst="rect">
            <a:avLst/>
          </a:prstGeom>
          <a:solidFill>
            <a:srgbClr val="0D4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1CF467-C142-1144-A37A-B4665CEFCB5B}"/>
              </a:ext>
            </a:extLst>
          </p:cNvPr>
          <p:cNvSpPr/>
          <p:nvPr/>
        </p:nvSpPr>
        <p:spPr>
          <a:xfrm>
            <a:off x="3143672" y="3797300"/>
            <a:ext cx="1816100" cy="635000"/>
          </a:xfrm>
          <a:prstGeom prst="rect">
            <a:avLst/>
          </a:prstGeom>
          <a:gradFill flip="none" rotWithShape="1">
            <a:gsLst>
              <a:gs pos="0">
                <a:srgbClr val="FF8000"/>
              </a:gs>
              <a:gs pos="100000">
                <a:srgbClr val="E80029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EF522F-808F-7B46-AF28-B3C2F80BA19C}"/>
              </a:ext>
            </a:extLst>
          </p:cNvPr>
          <p:cNvSpPr/>
          <p:nvPr/>
        </p:nvSpPr>
        <p:spPr>
          <a:xfrm>
            <a:off x="1079500" y="5034260"/>
            <a:ext cx="1816100" cy="635000"/>
          </a:xfrm>
          <a:prstGeom prst="rect">
            <a:avLst/>
          </a:prstGeom>
          <a:solidFill>
            <a:srgbClr val="D5D6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84BDE8-A447-D844-9608-32FB96381714}"/>
              </a:ext>
            </a:extLst>
          </p:cNvPr>
          <p:cNvSpPr/>
          <p:nvPr/>
        </p:nvSpPr>
        <p:spPr>
          <a:xfrm>
            <a:off x="3143672" y="5034260"/>
            <a:ext cx="1816100" cy="635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F38D97-E800-134E-9BEE-009275AB2F00}"/>
              </a:ext>
            </a:extLst>
          </p:cNvPr>
          <p:cNvSpPr/>
          <p:nvPr/>
        </p:nvSpPr>
        <p:spPr>
          <a:xfrm>
            <a:off x="5231904" y="5034260"/>
            <a:ext cx="18161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47BE64-A817-3641-929E-301888791F10}"/>
              </a:ext>
            </a:extLst>
          </p:cNvPr>
          <p:cNvSpPr txBox="1"/>
          <p:nvPr/>
        </p:nvSpPr>
        <p:spPr>
          <a:xfrm>
            <a:off x="1016373" y="2099072"/>
            <a:ext cx="119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Logo</a:t>
            </a:r>
            <a:r>
              <a:rPr lang="zh-CN" altLang="en-US" sz="1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色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1BD46A2-DE4F-DF44-ADBF-802A835F2E73}"/>
              </a:ext>
            </a:extLst>
          </p:cNvPr>
          <p:cNvSpPr txBox="1"/>
          <p:nvPr/>
        </p:nvSpPr>
        <p:spPr>
          <a:xfrm>
            <a:off x="1016373" y="3429000"/>
            <a:ext cx="119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渐变色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9EC861-9CD4-FF4C-97C4-A1A667F138D9}"/>
              </a:ext>
            </a:extLst>
          </p:cNvPr>
          <p:cNvSpPr txBox="1"/>
          <p:nvPr/>
        </p:nvSpPr>
        <p:spPr>
          <a:xfrm>
            <a:off x="1016373" y="4708128"/>
            <a:ext cx="119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400" b="0" dirty="0"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单色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4A15B4-D8A2-5448-8113-75113557E41D}"/>
              </a:ext>
            </a:extLst>
          </p:cNvPr>
          <p:cNvSpPr txBox="1"/>
          <p:nvPr/>
        </p:nvSpPr>
        <p:spPr>
          <a:xfrm>
            <a:off x="1402780" y="2564905"/>
            <a:ext cx="1162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R13 G72 B206</a:t>
            </a:r>
          </a:p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HEX #0d48ce</a:t>
            </a:r>
            <a:endParaRPr lang="zh-CN" altLang="en-US" sz="1000" b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DD6F9E6-BA34-994F-B401-8FF00288FE42}"/>
              </a:ext>
            </a:extLst>
          </p:cNvPr>
          <p:cNvSpPr txBox="1"/>
          <p:nvPr/>
        </p:nvSpPr>
        <p:spPr>
          <a:xfrm>
            <a:off x="1402780" y="5169892"/>
            <a:ext cx="145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R213 G214 B219</a:t>
            </a:r>
          </a:p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HEX #d5d6db</a:t>
            </a:r>
            <a:endParaRPr lang="zh-CN" altLang="en-US" sz="1000" b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C4336B4-2BA7-1F40-8AF8-0CFE07D5E1A1}"/>
              </a:ext>
            </a:extLst>
          </p:cNvPr>
          <p:cNvSpPr txBox="1"/>
          <p:nvPr/>
        </p:nvSpPr>
        <p:spPr>
          <a:xfrm>
            <a:off x="3503712" y="5157192"/>
            <a:ext cx="1162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RGB 77 77 77</a:t>
            </a:r>
          </a:p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HEX #4d4d4d</a:t>
            </a:r>
            <a:endParaRPr lang="zh-CN" altLang="en-US" sz="1000" b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435A5D-9B0D-3C43-8F91-AE751EFDE3A6}"/>
              </a:ext>
            </a:extLst>
          </p:cNvPr>
          <p:cNvSpPr txBox="1"/>
          <p:nvPr/>
        </p:nvSpPr>
        <p:spPr>
          <a:xfrm>
            <a:off x="5591944" y="5157192"/>
            <a:ext cx="1162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200" b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RGB 26 26 26</a:t>
            </a:r>
          </a:p>
          <a:p>
            <a:r>
              <a:rPr lang="en-US" altLang="zh-CN" sz="1000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HEX #1a1a1a</a:t>
            </a:r>
            <a:endParaRPr lang="zh-CN" altLang="en-US" sz="1000" b="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33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1fca66f-3a35-40af-b3db-3bfbc9a80d25}"/>
</p:tagLst>
</file>

<file path=ppt/theme/theme1.xml><?xml version="1.0" encoding="utf-8"?>
<a:theme xmlns:a="http://schemas.openxmlformats.org/drawingml/2006/main" name="地图集">
  <a:themeElements>
    <a:clrScheme name="自定义 5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004090"/>
      </a:accent1>
      <a:accent2>
        <a:srgbClr val="0861C8"/>
      </a:accent2>
      <a:accent3>
        <a:srgbClr val="0088EA"/>
      </a:accent3>
      <a:accent4>
        <a:srgbClr val="E6380E"/>
      </a:accent4>
      <a:accent5>
        <a:srgbClr val="5A5B5A"/>
      </a:accent5>
      <a:accent6>
        <a:srgbClr val="CECFCE"/>
      </a:accent6>
      <a:hlink>
        <a:srgbClr val="E4E5E4"/>
      </a:hlink>
      <a:folHlink>
        <a:srgbClr val="B49E74"/>
      </a:folHlink>
    </a:clrScheme>
    <a:fontScheme name="地图集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{36AFADE0-35CF-A841-8B29-9348FA7B34BC}tf10001120</Template>
  <TotalTime>3778</TotalTime>
  <Words>941</Words>
  <Application>Microsoft Office PowerPoint</Application>
  <PresentationFormat>宽屏</PresentationFormat>
  <Paragraphs>238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Helvetica Light</vt:lpstr>
      <vt:lpstr>Helvetica Neue Medium</vt:lpstr>
      <vt:lpstr>Poppins Medium</vt:lpstr>
      <vt:lpstr>Roboto Medium</vt:lpstr>
      <vt:lpstr>Source Han Sans SC</vt:lpstr>
      <vt:lpstr>等线</vt:lpstr>
      <vt:lpstr>思源黑体 CN Regular</vt:lpstr>
      <vt:lpstr>宋体</vt:lpstr>
      <vt:lpstr>微软雅黑</vt:lpstr>
      <vt:lpstr>Arial</vt:lpstr>
      <vt:lpstr>Calibri</vt:lpstr>
      <vt:lpstr>Rockwell</vt:lpstr>
      <vt:lpstr>Wingdings</vt:lpstr>
      <vt:lpstr>地图集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Joanna Wang (王心雅)-浪潮数字企业</cp:lastModifiedBy>
  <cp:revision>255</cp:revision>
  <dcterms:created xsi:type="dcterms:W3CDTF">2022-01-19T06:40:13Z</dcterms:created>
  <dcterms:modified xsi:type="dcterms:W3CDTF">2025-01-20T05:48:52Z</dcterms:modified>
</cp:coreProperties>
</file>